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10691813" cy="15119350"/>
  <p:notesSz cx="6858000" cy="9144000"/>
  <p:defaultTextStyle>
    <a:defPPr>
      <a:defRPr lang="fr-FR"/>
    </a:defPPr>
    <a:lvl1pPr marL="0" algn="l" defTabSz="1053480" rtl="0" eaLnBrk="1" latinLnBrk="0" hangingPunct="1">
      <a:defRPr sz="2074" kern="1200">
        <a:solidFill>
          <a:schemeClr val="tx1"/>
        </a:solidFill>
        <a:latin typeface="+mn-lt"/>
        <a:ea typeface="+mn-ea"/>
        <a:cs typeface="+mn-cs"/>
      </a:defRPr>
    </a:lvl1pPr>
    <a:lvl2pPr marL="526740" algn="l" defTabSz="1053480" rtl="0" eaLnBrk="1" latinLnBrk="0" hangingPunct="1">
      <a:defRPr sz="2074" kern="1200">
        <a:solidFill>
          <a:schemeClr val="tx1"/>
        </a:solidFill>
        <a:latin typeface="+mn-lt"/>
        <a:ea typeface="+mn-ea"/>
        <a:cs typeface="+mn-cs"/>
      </a:defRPr>
    </a:lvl2pPr>
    <a:lvl3pPr marL="1053480" algn="l" defTabSz="1053480" rtl="0" eaLnBrk="1" latinLnBrk="0" hangingPunct="1">
      <a:defRPr sz="2074" kern="1200">
        <a:solidFill>
          <a:schemeClr val="tx1"/>
        </a:solidFill>
        <a:latin typeface="+mn-lt"/>
        <a:ea typeface="+mn-ea"/>
        <a:cs typeface="+mn-cs"/>
      </a:defRPr>
    </a:lvl3pPr>
    <a:lvl4pPr marL="1580220" algn="l" defTabSz="1053480" rtl="0" eaLnBrk="1" latinLnBrk="0" hangingPunct="1">
      <a:defRPr sz="2074" kern="1200">
        <a:solidFill>
          <a:schemeClr val="tx1"/>
        </a:solidFill>
        <a:latin typeface="+mn-lt"/>
        <a:ea typeface="+mn-ea"/>
        <a:cs typeface="+mn-cs"/>
      </a:defRPr>
    </a:lvl4pPr>
    <a:lvl5pPr marL="2106960" algn="l" defTabSz="1053480" rtl="0" eaLnBrk="1" latinLnBrk="0" hangingPunct="1">
      <a:defRPr sz="2074" kern="1200">
        <a:solidFill>
          <a:schemeClr val="tx1"/>
        </a:solidFill>
        <a:latin typeface="+mn-lt"/>
        <a:ea typeface="+mn-ea"/>
        <a:cs typeface="+mn-cs"/>
      </a:defRPr>
    </a:lvl5pPr>
    <a:lvl6pPr marL="2633701" algn="l" defTabSz="1053480" rtl="0" eaLnBrk="1" latinLnBrk="0" hangingPunct="1">
      <a:defRPr sz="2074" kern="1200">
        <a:solidFill>
          <a:schemeClr val="tx1"/>
        </a:solidFill>
        <a:latin typeface="+mn-lt"/>
        <a:ea typeface="+mn-ea"/>
        <a:cs typeface="+mn-cs"/>
      </a:defRPr>
    </a:lvl6pPr>
    <a:lvl7pPr marL="3160441" algn="l" defTabSz="1053480" rtl="0" eaLnBrk="1" latinLnBrk="0" hangingPunct="1">
      <a:defRPr sz="2074" kern="1200">
        <a:solidFill>
          <a:schemeClr val="tx1"/>
        </a:solidFill>
        <a:latin typeface="+mn-lt"/>
        <a:ea typeface="+mn-ea"/>
        <a:cs typeface="+mn-cs"/>
      </a:defRPr>
    </a:lvl7pPr>
    <a:lvl8pPr marL="3687181" algn="l" defTabSz="1053480" rtl="0" eaLnBrk="1" latinLnBrk="0" hangingPunct="1">
      <a:defRPr sz="2074" kern="1200">
        <a:solidFill>
          <a:schemeClr val="tx1"/>
        </a:solidFill>
        <a:latin typeface="+mn-lt"/>
        <a:ea typeface="+mn-ea"/>
        <a:cs typeface="+mn-cs"/>
      </a:defRPr>
    </a:lvl8pPr>
    <a:lvl9pPr marL="4213921" algn="l" defTabSz="1053480" rtl="0" eaLnBrk="1" latinLnBrk="0" hangingPunct="1">
      <a:defRPr sz="207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762" userDrawn="1">
          <p15:clr>
            <a:srgbClr val="A4A3A4"/>
          </p15:clr>
        </p15:guide>
        <p15:guide id="2" pos="3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D67"/>
    <a:srgbClr val="FFBC00"/>
    <a:srgbClr val="00B3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AD0C00-5E97-4310-8D44-07C7B311CDDF}" v="10" dt="2026-05-26T07:10:13.7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91" autoAdjust="0"/>
    <p:restoredTop sz="94660"/>
  </p:normalViewPr>
  <p:slideViewPr>
    <p:cSldViewPr snapToGrid="0" showGuides="1">
      <p:cViewPr>
        <p:scale>
          <a:sx n="100" d="100"/>
          <a:sy n="100" d="100"/>
        </p:scale>
        <p:origin x="60" y="-6524"/>
      </p:cViewPr>
      <p:guideLst>
        <p:guide orient="horz" pos="4762"/>
        <p:guide pos="3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stacia Razafindratsiory" userId="a13b8cd59a9ebb19" providerId="LiveId" clId="{3E1A2CE3-027E-450E-9F63-806CC9B5BD3C}"/>
    <pc:docChg chg="undo custSel modSld">
      <pc:chgData name="Anastacia Razafindratsiory" userId="a13b8cd59a9ebb19" providerId="LiveId" clId="{3E1A2CE3-027E-450E-9F63-806CC9B5BD3C}" dt="2026-05-26T07:12:54.033" v="469" actId="20577"/>
      <pc:docMkLst>
        <pc:docMk/>
      </pc:docMkLst>
      <pc:sldChg chg="addSp delSp modSp mod">
        <pc:chgData name="Anastacia Razafindratsiory" userId="a13b8cd59a9ebb19" providerId="LiveId" clId="{3E1A2CE3-027E-450E-9F63-806CC9B5BD3C}" dt="2026-05-26T07:12:54.033" v="469" actId="20577"/>
        <pc:sldMkLst>
          <pc:docMk/>
          <pc:sldMk cId="580620270" sldId="256"/>
        </pc:sldMkLst>
        <pc:spChg chg="mod">
          <ac:chgData name="Anastacia Razafindratsiory" userId="a13b8cd59a9ebb19" providerId="LiveId" clId="{3E1A2CE3-027E-450E-9F63-806CC9B5BD3C}" dt="2026-05-26T05:44:54.503" v="173" actId="20577"/>
          <ac:spMkLst>
            <pc:docMk/>
            <pc:sldMk cId="580620270" sldId="256"/>
            <ac:spMk id="39" creationId="{86A67189-85C1-21C7-E6C6-91E6F0A9542B}"/>
          </ac:spMkLst>
        </pc:spChg>
        <pc:spChg chg="mod">
          <ac:chgData name="Anastacia Razafindratsiory" userId="a13b8cd59a9ebb19" providerId="LiveId" clId="{3E1A2CE3-027E-450E-9F63-806CC9B5BD3C}" dt="2026-05-26T03:01:37.836" v="24" actId="122"/>
          <ac:spMkLst>
            <pc:docMk/>
            <pc:sldMk cId="580620270" sldId="256"/>
            <ac:spMk id="41" creationId="{DAE7B7D2-3FF4-8ACC-15C7-89DC1AE26AAF}"/>
          </ac:spMkLst>
        </pc:spChg>
        <pc:spChg chg="mod">
          <ac:chgData name="Anastacia Razafindratsiory" userId="a13b8cd59a9ebb19" providerId="LiveId" clId="{3E1A2CE3-027E-450E-9F63-806CC9B5BD3C}" dt="2026-05-26T07:07:14.695" v="413" actId="113"/>
          <ac:spMkLst>
            <pc:docMk/>
            <pc:sldMk cId="580620270" sldId="256"/>
            <ac:spMk id="43" creationId="{54B15227-3B74-F67B-9A70-2951FAB82603}"/>
          </ac:spMkLst>
        </pc:spChg>
        <pc:spChg chg="mod">
          <ac:chgData name="Anastacia Razafindratsiory" userId="a13b8cd59a9ebb19" providerId="LiveId" clId="{3E1A2CE3-027E-450E-9F63-806CC9B5BD3C}" dt="2026-05-26T07:06:49.832" v="411" actId="113"/>
          <ac:spMkLst>
            <pc:docMk/>
            <pc:sldMk cId="580620270" sldId="256"/>
            <ac:spMk id="45" creationId="{BC71C200-452B-60DE-2D65-5BFEB2767DDF}"/>
          </ac:spMkLst>
        </pc:spChg>
        <pc:spChg chg="mod">
          <ac:chgData name="Anastacia Razafindratsiory" userId="a13b8cd59a9ebb19" providerId="LiveId" clId="{3E1A2CE3-027E-450E-9F63-806CC9B5BD3C}" dt="2026-05-26T07:07:09.174" v="412" actId="113"/>
          <ac:spMkLst>
            <pc:docMk/>
            <pc:sldMk cId="580620270" sldId="256"/>
            <ac:spMk id="55" creationId="{FDB8FB7B-6BF9-03B7-09B5-6856E27938F2}"/>
          </ac:spMkLst>
        </pc:spChg>
        <pc:spChg chg="mod">
          <ac:chgData name="Anastacia Razafindratsiory" userId="a13b8cd59a9ebb19" providerId="LiveId" clId="{3E1A2CE3-027E-450E-9F63-806CC9B5BD3C}" dt="2026-05-26T07:05:05.117" v="400" actId="255"/>
          <ac:spMkLst>
            <pc:docMk/>
            <pc:sldMk cId="580620270" sldId="256"/>
            <ac:spMk id="102" creationId="{734BF530-F6C3-CC9A-B25A-B8D0E25A4F1E}"/>
          </ac:spMkLst>
        </pc:spChg>
        <pc:spChg chg="mod">
          <ac:chgData name="Anastacia Razafindratsiory" userId="a13b8cd59a9ebb19" providerId="LiveId" clId="{3E1A2CE3-027E-450E-9F63-806CC9B5BD3C}" dt="2026-05-26T07:05:12.909" v="401" actId="255"/>
          <ac:spMkLst>
            <pc:docMk/>
            <pc:sldMk cId="580620270" sldId="256"/>
            <ac:spMk id="105" creationId="{68BACDD5-C1A4-A1EF-5D5F-D03F8AD8F6F4}"/>
          </ac:spMkLst>
        </pc:spChg>
        <pc:spChg chg="mod">
          <ac:chgData name="Anastacia Razafindratsiory" userId="a13b8cd59a9ebb19" providerId="LiveId" clId="{3E1A2CE3-027E-450E-9F63-806CC9B5BD3C}" dt="2026-05-26T07:05:26.569" v="404" actId="255"/>
          <ac:spMkLst>
            <pc:docMk/>
            <pc:sldMk cId="580620270" sldId="256"/>
            <ac:spMk id="108" creationId="{35687889-EA80-5ADA-644F-621DCBCFEDAF}"/>
          </ac:spMkLst>
        </pc:spChg>
        <pc:spChg chg="mod">
          <ac:chgData name="Anastacia Razafindratsiory" userId="a13b8cd59a9ebb19" providerId="LiveId" clId="{3E1A2CE3-027E-450E-9F63-806CC9B5BD3C}" dt="2026-05-26T07:05:35.189" v="405" actId="255"/>
          <ac:spMkLst>
            <pc:docMk/>
            <pc:sldMk cId="580620270" sldId="256"/>
            <ac:spMk id="112" creationId="{02500A0F-5B99-07E0-9D28-E91C53F34D5C}"/>
          </ac:spMkLst>
        </pc:spChg>
        <pc:spChg chg="mod">
          <ac:chgData name="Anastacia Razafindratsiory" userId="a13b8cd59a9ebb19" providerId="LiveId" clId="{3E1A2CE3-027E-450E-9F63-806CC9B5BD3C}" dt="2026-05-26T07:05:56.847" v="407" actId="255"/>
          <ac:spMkLst>
            <pc:docMk/>
            <pc:sldMk cId="580620270" sldId="256"/>
            <ac:spMk id="115" creationId="{2B33155D-2F98-F750-2C9E-B83AE4356780}"/>
          </ac:spMkLst>
        </pc:spChg>
        <pc:spChg chg="mod">
          <ac:chgData name="Anastacia Razafindratsiory" userId="a13b8cd59a9ebb19" providerId="LiveId" clId="{3E1A2CE3-027E-450E-9F63-806CC9B5BD3C}" dt="2026-05-26T07:06:06.592" v="408" actId="255"/>
          <ac:spMkLst>
            <pc:docMk/>
            <pc:sldMk cId="580620270" sldId="256"/>
            <ac:spMk id="118" creationId="{1DBAD1CC-D329-3110-38A2-5809009D3EC1}"/>
          </ac:spMkLst>
        </pc:spChg>
        <pc:spChg chg="mod">
          <ac:chgData name="Anastacia Razafindratsiory" userId="a13b8cd59a9ebb19" providerId="LiveId" clId="{3E1A2CE3-027E-450E-9F63-806CC9B5BD3C}" dt="2026-05-26T07:06:33.441" v="410" actId="113"/>
          <ac:spMkLst>
            <pc:docMk/>
            <pc:sldMk cId="580620270" sldId="256"/>
            <ac:spMk id="119" creationId="{C3395C5A-16D3-3CAB-CA77-7BBBB8552BDD}"/>
          </ac:spMkLst>
        </pc:spChg>
        <pc:spChg chg="mod">
          <ac:chgData name="Anastacia Razafindratsiory" userId="a13b8cd59a9ebb19" providerId="LiveId" clId="{3E1A2CE3-027E-450E-9F63-806CC9B5BD3C}" dt="2026-05-26T07:06:24.703" v="409" actId="113"/>
          <ac:spMkLst>
            <pc:docMk/>
            <pc:sldMk cId="580620270" sldId="256"/>
            <ac:spMk id="121" creationId="{51F72B83-F164-D489-3ADB-7F8D530D8BE7}"/>
          </ac:spMkLst>
        </pc:spChg>
        <pc:spChg chg="add mod">
          <ac:chgData name="Anastacia Razafindratsiory" userId="a13b8cd59a9ebb19" providerId="LiveId" clId="{3E1A2CE3-027E-450E-9F63-806CC9B5BD3C}" dt="2026-05-26T07:02:14.133" v="381" actId="1076"/>
          <ac:spMkLst>
            <pc:docMk/>
            <pc:sldMk cId="580620270" sldId="256"/>
            <ac:spMk id="126" creationId="{722908BE-8D36-B9EF-C982-089CBEE66E13}"/>
          </ac:spMkLst>
        </pc:spChg>
        <pc:spChg chg="add mod">
          <ac:chgData name="Anastacia Razafindratsiory" userId="a13b8cd59a9ebb19" providerId="LiveId" clId="{3E1A2CE3-027E-450E-9F63-806CC9B5BD3C}" dt="2026-05-26T07:12:54.033" v="469" actId="20577"/>
          <ac:spMkLst>
            <pc:docMk/>
            <pc:sldMk cId="580620270" sldId="256"/>
            <ac:spMk id="127" creationId="{06BD6732-1773-2603-19A8-B9D80A7EEEA0}"/>
          </ac:spMkLst>
        </pc:spChg>
        <pc:spChg chg="add">
          <ac:chgData name="Anastacia Razafindratsiory" userId="a13b8cd59a9ebb19" providerId="LiveId" clId="{3E1A2CE3-027E-450E-9F63-806CC9B5BD3C}" dt="2026-05-26T06:51:41.403" v="241"/>
          <ac:spMkLst>
            <pc:docMk/>
            <pc:sldMk cId="580620270" sldId="256"/>
            <ac:spMk id="128" creationId="{5B9FE565-2B34-713D-B084-F414927F4F0D}"/>
          </ac:spMkLst>
        </pc:spChg>
        <pc:spChg chg="add mod">
          <ac:chgData name="Anastacia Razafindratsiory" userId="a13b8cd59a9ebb19" providerId="LiveId" clId="{3E1A2CE3-027E-450E-9F63-806CC9B5BD3C}" dt="2026-05-26T07:09:18.140" v="425" actId="1076"/>
          <ac:spMkLst>
            <pc:docMk/>
            <pc:sldMk cId="580620270" sldId="256"/>
            <ac:spMk id="131" creationId="{5120175C-8852-9DC7-8555-AF4D347BA4DD}"/>
          </ac:spMkLst>
        </pc:spChg>
        <pc:spChg chg="add mod">
          <ac:chgData name="Anastacia Razafindratsiory" userId="a13b8cd59a9ebb19" providerId="LiveId" clId="{3E1A2CE3-027E-450E-9F63-806CC9B5BD3C}" dt="2026-05-26T07:09:10.568" v="424" actId="1076"/>
          <ac:spMkLst>
            <pc:docMk/>
            <pc:sldMk cId="580620270" sldId="256"/>
            <ac:spMk id="132" creationId="{A2B39CD4-CA0E-5739-1111-0DEF528C5885}"/>
          </ac:spMkLst>
        </pc:spChg>
        <pc:spChg chg="add mod">
          <ac:chgData name="Anastacia Razafindratsiory" userId="a13b8cd59a9ebb19" providerId="LiveId" clId="{3E1A2CE3-027E-450E-9F63-806CC9B5BD3C}" dt="2026-05-26T07:09:44.396" v="430" actId="1076"/>
          <ac:spMkLst>
            <pc:docMk/>
            <pc:sldMk cId="580620270" sldId="256"/>
            <ac:spMk id="133" creationId="{97D90B3F-E2E8-57C1-C285-1FCBFFFE1C3E}"/>
          </ac:spMkLst>
        </pc:spChg>
        <pc:spChg chg="add mod">
          <ac:chgData name="Anastacia Razafindratsiory" userId="a13b8cd59a9ebb19" providerId="LiveId" clId="{3E1A2CE3-027E-450E-9F63-806CC9B5BD3C}" dt="2026-05-26T07:09:58.036" v="434" actId="1076"/>
          <ac:spMkLst>
            <pc:docMk/>
            <pc:sldMk cId="580620270" sldId="256"/>
            <ac:spMk id="134" creationId="{3DD73063-DCB0-6E04-D7C9-564A90F9F0B0}"/>
          </ac:spMkLst>
        </pc:spChg>
        <pc:spChg chg="add mod">
          <ac:chgData name="Anastacia Razafindratsiory" userId="a13b8cd59a9ebb19" providerId="LiveId" clId="{3E1A2CE3-027E-450E-9F63-806CC9B5BD3C}" dt="2026-05-26T07:10:10.511" v="437" actId="1076"/>
          <ac:spMkLst>
            <pc:docMk/>
            <pc:sldMk cId="580620270" sldId="256"/>
            <ac:spMk id="135" creationId="{6BDBDD5C-C097-FD8A-D52D-CF293BA3763D}"/>
          </ac:spMkLst>
        </pc:spChg>
        <pc:spChg chg="add del mod">
          <ac:chgData name="Anastacia Razafindratsiory" userId="a13b8cd59a9ebb19" providerId="LiveId" clId="{3E1A2CE3-027E-450E-9F63-806CC9B5BD3C}" dt="2026-05-26T07:10:24.153" v="441" actId="478"/>
          <ac:spMkLst>
            <pc:docMk/>
            <pc:sldMk cId="580620270" sldId="256"/>
            <ac:spMk id="136" creationId="{1425EA14-0161-115E-FFAD-E0A3E530073D}"/>
          </ac:spMkLst>
        </pc:spChg>
        <pc:picChg chg="mod">
          <ac:chgData name="Anastacia Razafindratsiory" userId="a13b8cd59a9ebb19" providerId="LiveId" clId="{3E1A2CE3-027E-450E-9F63-806CC9B5BD3C}" dt="2026-05-26T07:04:05.910" v="396" actId="1076"/>
          <ac:picMkLst>
            <pc:docMk/>
            <pc:sldMk cId="580620270" sldId="256"/>
            <ac:picMk id="104" creationId="{D99D20EA-FA6B-0160-926B-B498660DAAE6}"/>
          </ac:picMkLst>
        </pc:picChg>
        <pc:picChg chg="add mod">
          <ac:chgData name="Anastacia Razafindratsiory" userId="a13b8cd59a9ebb19" providerId="LiveId" clId="{3E1A2CE3-027E-450E-9F63-806CC9B5BD3C}" dt="2026-05-26T06:59:42.470" v="375" actId="1076"/>
          <ac:picMkLst>
            <pc:docMk/>
            <pc:sldMk cId="580620270" sldId="256"/>
            <ac:picMk id="130" creationId="{3797C5CA-81FB-4012-AFD8-76D47E32680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474395"/>
            <a:ext cx="9088041" cy="5263774"/>
          </a:xfrm>
        </p:spPr>
        <p:txBody>
          <a:bodyPr anchor="b"/>
          <a:lstStyle>
            <a:lvl1pPr algn="ctr">
              <a:defRPr sz="7016"/>
            </a:lvl1pPr>
          </a:lstStyle>
          <a:p>
            <a:r>
              <a:rPr lang="fr-FR"/>
              <a:t>Modifiez le style du titre</a:t>
            </a:r>
            <a:endParaRPr lang="en-US" dirty="0"/>
          </a:p>
        </p:txBody>
      </p:sp>
      <p:sp>
        <p:nvSpPr>
          <p:cNvPr id="3" name="Subtitle 2"/>
          <p:cNvSpPr>
            <a:spLocks noGrp="1"/>
          </p:cNvSpPr>
          <p:nvPr>
            <p:ph type="subTitle" idx="1"/>
          </p:nvPr>
        </p:nvSpPr>
        <p:spPr>
          <a:xfrm>
            <a:off x="1336477" y="7941160"/>
            <a:ext cx="8018860" cy="3650342"/>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fr-FR"/>
              <a:t>Modifier le style des sous-titres du masque</a:t>
            </a:r>
            <a:endParaRPr lang="en-US" dirty="0"/>
          </a:p>
        </p:txBody>
      </p:sp>
      <p:sp>
        <p:nvSpPr>
          <p:cNvPr id="4" name="Date Placeholder 3"/>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5" name="Footer Placeholder 4"/>
          <p:cNvSpPr>
            <a:spLocks noGrp="1"/>
          </p:cNvSpPr>
          <p:nvPr>
            <p:ph type="ftr" sz="quarter" idx="11"/>
          </p:nvPr>
        </p:nvSpPr>
        <p:spPr>
          <a:xfrm>
            <a:off x="3541663" y="14013401"/>
            <a:ext cx="3608487" cy="804965"/>
          </a:xfrm>
          <a:prstGeom prst="rect">
            <a:avLst/>
          </a:prstGeom>
        </p:spPr>
        <p:txBody>
          <a:bodyPr/>
          <a:lstStyle/>
          <a:p>
            <a:endParaRPr lang="fr-FR"/>
          </a:p>
        </p:txBody>
      </p:sp>
      <p:sp>
        <p:nvSpPr>
          <p:cNvPr id="6" name="Slide Number Placeholder 5"/>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2418157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5" name="Footer Placeholder 4"/>
          <p:cNvSpPr>
            <a:spLocks noGrp="1"/>
          </p:cNvSpPr>
          <p:nvPr>
            <p:ph type="ftr" sz="quarter" idx="11"/>
          </p:nvPr>
        </p:nvSpPr>
        <p:spPr>
          <a:xfrm>
            <a:off x="3541663" y="14013401"/>
            <a:ext cx="3608487" cy="804965"/>
          </a:xfrm>
          <a:prstGeom prst="rect">
            <a:avLst/>
          </a:prstGeom>
        </p:spPr>
        <p:txBody>
          <a:bodyPr/>
          <a:lstStyle/>
          <a:p>
            <a:endParaRPr lang="fr-FR"/>
          </a:p>
        </p:txBody>
      </p:sp>
      <p:sp>
        <p:nvSpPr>
          <p:cNvPr id="6" name="Slide Number Placeholder 5"/>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170857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3769342"/>
            <a:ext cx="9221689" cy="6289229"/>
          </a:xfrm>
        </p:spPr>
        <p:txBody>
          <a:bodyPr anchor="b"/>
          <a:lstStyle>
            <a:lvl1pPr>
              <a:defRPr sz="7016"/>
            </a:lvl1pPr>
          </a:lstStyle>
          <a:p>
            <a:r>
              <a:rPr lang="fr-FR"/>
              <a:t>Modifiez le style du titre</a:t>
            </a:r>
            <a:endParaRPr lang="en-US" dirty="0"/>
          </a:p>
        </p:txBody>
      </p:sp>
      <p:sp>
        <p:nvSpPr>
          <p:cNvPr id="3" name="Text Placeholder 2"/>
          <p:cNvSpPr>
            <a:spLocks noGrp="1"/>
          </p:cNvSpPr>
          <p:nvPr>
            <p:ph type="body" idx="1"/>
          </p:nvPr>
        </p:nvSpPr>
        <p:spPr>
          <a:xfrm>
            <a:off x="729494" y="10118069"/>
            <a:ext cx="9221689" cy="3307357"/>
          </a:xfrm>
        </p:spPr>
        <p:txBody>
          <a:bodyPr/>
          <a:lstStyle>
            <a:lvl1pPr marL="0" indent="0">
              <a:buNone/>
              <a:defRPr sz="2806">
                <a:solidFill>
                  <a:schemeClr val="tx1"/>
                </a:solidFill>
              </a:defRPr>
            </a:lvl1pPr>
            <a:lvl2pPr marL="534604" indent="0">
              <a:buNone/>
              <a:defRPr sz="2339">
                <a:solidFill>
                  <a:schemeClr val="tx1">
                    <a:tint val="75000"/>
                  </a:schemeClr>
                </a:solidFill>
              </a:defRPr>
            </a:lvl2pPr>
            <a:lvl3pPr marL="1069208" indent="0">
              <a:buNone/>
              <a:defRPr sz="2105">
                <a:solidFill>
                  <a:schemeClr val="tx1">
                    <a:tint val="75000"/>
                  </a:schemeClr>
                </a:solidFill>
              </a:defRPr>
            </a:lvl3pPr>
            <a:lvl4pPr marL="1603812" indent="0">
              <a:buNone/>
              <a:defRPr sz="1871">
                <a:solidFill>
                  <a:schemeClr val="tx1">
                    <a:tint val="75000"/>
                  </a:schemeClr>
                </a:solidFill>
              </a:defRPr>
            </a:lvl4pPr>
            <a:lvl5pPr marL="2138416" indent="0">
              <a:buNone/>
              <a:defRPr sz="1871">
                <a:solidFill>
                  <a:schemeClr val="tx1">
                    <a:tint val="75000"/>
                  </a:schemeClr>
                </a:solidFill>
              </a:defRPr>
            </a:lvl5pPr>
            <a:lvl6pPr marL="2673020" indent="0">
              <a:buNone/>
              <a:defRPr sz="1871">
                <a:solidFill>
                  <a:schemeClr val="tx1">
                    <a:tint val="75000"/>
                  </a:schemeClr>
                </a:solidFill>
              </a:defRPr>
            </a:lvl6pPr>
            <a:lvl7pPr marL="3207624" indent="0">
              <a:buNone/>
              <a:defRPr sz="1871">
                <a:solidFill>
                  <a:schemeClr val="tx1">
                    <a:tint val="75000"/>
                  </a:schemeClr>
                </a:solidFill>
              </a:defRPr>
            </a:lvl7pPr>
            <a:lvl8pPr marL="3742228" indent="0">
              <a:buNone/>
              <a:defRPr sz="1871">
                <a:solidFill>
                  <a:schemeClr val="tx1">
                    <a:tint val="75000"/>
                  </a:schemeClr>
                </a:solidFill>
              </a:defRPr>
            </a:lvl8pPr>
            <a:lvl9pPr marL="4276832" indent="0">
              <a:buNone/>
              <a:defRPr sz="1871">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5" name="Footer Placeholder 4"/>
          <p:cNvSpPr>
            <a:spLocks noGrp="1"/>
          </p:cNvSpPr>
          <p:nvPr>
            <p:ph type="ftr" sz="quarter" idx="11"/>
          </p:nvPr>
        </p:nvSpPr>
        <p:spPr>
          <a:xfrm>
            <a:off x="3541663" y="14013401"/>
            <a:ext cx="3608487" cy="804965"/>
          </a:xfrm>
          <a:prstGeom prst="rect">
            <a:avLst/>
          </a:prstGeom>
        </p:spPr>
        <p:txBody>
          <a:bodyPr/>
          <a:lstStyle/>
          <a:p>
            <a:endParaRPr lang="fr-FR"/>
          </a:p>
        </p:txBody>
      </p:sp>
      <p:sp>
        <p:nvSpPr>
          <p:cNvPr id="6" name="Slide Number Placeholder 5"/>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108161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4024827"/>
            <a:ext cx="4544021" cy="959308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4024827"/>
            <a:ext cx="4544021" cy="959308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6" name="Footer Placeholder 5"/>
          <p:cNvSpPr>
            <a:spLocks noGrp="1"/>
          </p:cNvSpPr>
          <p:nvPr>
            <p:ph type="ftr" sz="quarter" idx="11"/>
          </p:nvPr>
        </p:nvSpPr>
        <p:spPr>
          <a:xfrm>
            <a:off x="3541663" y="14013401"/>
            <a:ext cx="3608487" cy="804965"/>
          </a:xfrm>
          <a:prstGeom prst="rect">
            <a:avLst/>
          </a:prstGeom>
        </p:spPr>
        <p:txBody>
          <a:bodyPr/>
          <a:lstStyle/>
          <a:p>
            <a:endParaRPr lang="fr-FR"/>
          </a:p>
        </p:txBody>
      </p:sp>
      <p:sp>
        <p:nvSpPr>
          <p:cNvPr id="7" name="Slide Number Placeholder 6"/>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3506544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804969"/>
            <a:ext cx="9221689" cy="2922375"/>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3706342"/>
            <a:ext cx="4523137"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fr-FR"/>
              <a:t>Modifier les styles du texte du masque</a:t>
            </a:r>
          </a:p>
        </p:txBody>
      </p:sp>
      <p:sp>
        <p:nvSpPr>
          <p:cNvPr id="4" name="Content Placeholder 3"/>
          <p:cNvSpPr>
            <a:spLocks noGrp="1"/>
          </p:cNvSpPr>
          <p:nvPr>
            <p:ph sz="half" idx="2"/>
          </p:nvPr>
        </p:nvSpPr>
        <p:spPr>
          <a:xfrm>
            <a:off x="736456" y="5522763"/>
            <a:ext cx="4523137" cy="812315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3706342"/>
            <a:ext cx="4545413"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fr-FR"/>
              <a:t>Modifier les styles du texte du masque</a:t>
            </a:r>
          </a:p>
        </p:txBody>
      </p:sp>
      <p:sp>
        <p:nvSpPr>
          <p:cNvPr id="6" name="Content Placeholder 5"/>
          <p:cNvSpPr>
            <a:spLocks noGrp="1"/>
          </p:cNvSpPr>
          <p:nvPr>
            <p:ph sz="quarter" idx="4"/>
          </p:nvPr>
        </p:nvSpPr>
        <p:spPr>
          <a:xfrm>
            <a:off x="5412731" y="5522763"/>
            <a:ext cx="4545413" cy="812315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8" name="Footer Placeholder 7"/>
          <p:cNvSpPr>
            <a:spLocks noGrp="1"/>
          </p:cNvSpPr>
          <p:nvPr>
            <p:ph type="ftr" sz="quarter" idx="11"/>
          </p:nvPr>
        </p:nvSpPr>
        <p:spPr>
          <a:xfrm>
            <a:off x="3541663" y="14013401"/>
            <a:ext cx="3608487" cy="804965"/>
          </a:xfrm>
          <a:prstGeom prst="rect">
            <a:avLst/>
          </a:prstGeom>
        </p:spPr>
        <p:txBody>
          <a:bodyPr/>
          <a:lstStyle/>
          <a:p>
            <a:endParaRPr lang="fr-FR"/>
          </a:p>
        </p:txBody>
      </p:sp>
      <p:sp>
        <p:nvSpPr>
          <p:cNvPr id="9" name="Slide Number Placeholder 8"/>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18193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4" name="Footer Placeholder 3"/>
          <p:cNvSpPr>
            <a:spLocks noGrp="1"/>
          </p:cNvSpPr>
          <p:nvPr>
            <p:ph type="ftr" sz="quarter" idx="11"/>
          </p:nvPr>
        </p:nvSpPr>
        <p:spPr>
          <a:xfrm>
            <a:off x="3541663" y="14013401"/>
            <a:ext cx="3608487" cy="804965"/>
          </a:xfrm>
          <a:prstGeom prst="rect">
            <a:avLst/>
          </a:prstGeom>
        </p:spPr>
        <p:txBody>
          <a:bodyPr/>
          <a:lstStyle/>
          <a:p>
            <a:endParaRPr lang="fr-FR"/>
          </a:p>
        </p:txBody>
      </p:sp>
      <p:sp>
        <p:nvSpPr>
          <p:cNvPr id="5" name="Slide Number Placeholder 4"/>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729837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3" name="Footer Placeholder 2"/>
          <p:cNvSpPr>
            <a:spLocks noGrp="1"/>
          </p:cNvSpPr>
          <p:nvPr>
            <p:ph type="ftr" sz="quarter" idx="11"/>
          </p:nvPr>
        </p:nvSpPr>
        <p:spPr>
          <a:xfrm>
            <a:off x="3541663" y="14013401"/>
            <a:ext cx="3608487" cy="804965"/>
          </a:xfrm>
          <a:prstGeom prst="rect">
            <a:avLst/>
          </a:prstGeom>
        </p:spPr>
        <p:txBody>
          <a:bodyPr/>
          <a:lstStyle/>
          <a:p>
            <a:endParaRPr lang="fr-FR"/>
          </a:p>
        </p:txBody>
      </p:sp>
      <p:sp>
        <p:nvSpPr>
          <p:cNvPr id="4" name="Slide Number Placeholder 3"/>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630823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fr-FR"/>
              <a:t>Modifiez le style du titre</a:t>
            </a:r>
            <a:endParaRPr lang="en-US" dirty="0"/>
          </a:p>
        </p:txBody>
      </p:sp>
      <p:sp>
        <p:nvSpPr>
          <p:cNvPr id="3" name="Content Placeholder 2"/>
          <p:cNvSpPr>
            <a:spLocks noGrp="1"/>
          </p:cNvSpPr>
          <p:nvPr>
            <p:ph idx="1"/>
          </p:nvPr>
        </p:nvSpPr>
        <p:spPr>
          <a:xfrm>
            <a:off x="4545413" y="2176910"/>
            <a:ext cx="5412730" cy="10744538"/>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fr-FR"/>
              <a:t>Modifier les styles du texte du masque</a:t>
            </a:r>
          </a:p>
        </p:txBody>
      </p:sp>
      <p:sp>
        <p:nvSpPr>
          <p:cNvPr id="5" name="Date Placeholder 4"/>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6" name="Footer Placeholder 5"/>
          <p:cNvSpPr>
            <a:spLocks noGrp="1"/>
          </p:cNvSpPr>
          <p:nvPr>
            <p:ph type="ftr" sz="quarter" idx="11"/>
          </p:nvPr>
        </p:nvSpPr>
        <p:spPr>
          <a:xfrm>
            <a:off x="3541663" y="14013401"/>
            <a:ext cx="3608487" cy="804965"/>
          </a:xfrm>
          <a:prstGeom prst="rect">
            <a:avLst/>
          </a:prstGeom>
        </p:spPr>
        <p:txBody>
          <a:bodyPr/>
          <a:lstStyle/>
          <a:p>
            <a:endParaRPr lang="fr-FR"/>
          </a:p>
        </p:txBody>
      </p:sp>
      <p:sp>
        <p:nvSpPr>
          <p:cNvPr id="7" name="Slide Number Placeholder 6"/>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3344129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2176910"/>
            <a:ext cx="5412730" cy="10744538"/>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fr-FR"/>
              <a:t>Modifier les styles du texte du masque</a:t>
            </a:r>
          </a:p>
        </p:txBody>
      </p:sp>
      <p:sp>
        <p:nvSpPr>
          <p:cNvPr id="5" name="Date Placeholder 4"/>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6" name="Footer Placeholder 5"/>
          <p:cNvSpPr>
            <a:spLocks noGrp="1"/>
          </p:cNvSpPr>
          <p:nvPr>
            <p:ph type="ftr" sz="quarter" idx="11"/>
          </p:nvPr>
        </p:nvSpPr>
        <p:spPr>
          <a:xfrm>
            <a:off x="3541663" y="14013401"/>
            <a:ext cx="3608487" cy="804965"/>
          </a:xfrm>
          <a:prstGeom prst="rect">
            <a:avLst/>
          </a:prstGeom>
        </p:spPr>
        <p:txBody>
          <a:bodyPr/>
          <a:lstStyle/>
          <a:p>
            <a:endParaRPr lang="fr-FR"/>
          </a:p>
        </p:txBody>
      </p:sp>
      <p:sp>
        <p:nvSpPr>
          <p:cNvPr id="7" name="Slide Number Placeholder 6"/>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911306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5" name="Footer Placeholder 4"/>
          <p:cNvSpPr>
            <a:spLocks noGrp="1"/>
          </p:cNvSpPr>
          <p:nvPr>
            <p:ph type="ftr" sz="quarter" idx="11"/>
          </p:nvPr>
        </p:nvSpPr>
        <p:spPr>
          <a:xfrm>
            <a:off x="3541663" y="14013401"/>
            <a:ext cx="3608487" cy="804965"/>
          </a:xfrm>
          <a:prstGeom prst="rect">
            <a:avLst/>
          </a:prstGeom>
        </p:spPr>
        <p:txBody>
          <a:bodyPr/>
          <a:lstStyle/>
          <a:p>
            <a:endParaRPr lang="fr-FR"/>
          </a:p>
        </p:txBody>
      </p:sp>
      <p:sp>
        <p:nvSpPr>
          <p:cNvPr id="6" name="Slide Number Placeholder 5"/>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3768272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804966"/>
            <a:ext cx="2305422" cy="1281295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804966"/>
            <a:ext cx="6782619" cy="1281295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35062" y="14013401"/>
            <a:ext cx="2405658" cy="804965"/>
          </a:xfrm>
          <a:prstGeom prst="rect">
            <a:avLst/>
          </a:prstGeom>
        </p:spPr>
        <p:txBody>
          <a:bodyPr/>
          <a:lstStyle/>
          <a:p>
            <a:fld id="{7730F556-2755-4B00-8F8D-795F4F1EF4A8}" type="datetimeFigureOut">
              <a:rPr lang="fr-FR" smtClean="0"/>
              <a:t>25/05/2026</a:t>
            </a:fld>
            <a:endParaRPr lang="fr-FR"/>
          </a:p>
        </p:txBody>
      </p:sp>
      <p:sp>
        <p:nvSpPr>
          <p:cNvPr id="5" name="Footer Placeholder 4"/>
          <p:cNvSpPr>
            <a:spLocks noGrp="1"/>
          </p:cNvSpPr>
          <p:nvPr>
            <p:ph type="ftr" sz="quarter" idx="11"/>
          </p:nvPr>
        </p:nvSpPr>
        <p:spPr>
          <a:xfrm>
            <a:off x="3541663" y="14013401"/>
            <a:ext cx="3608487" cy="804965"/>
          </a:xfrm>
          <a:prstGeom prst="rect">
            <a:avLst/>
          </a:prstGeom>
        </p:spPr>
        <p:txBody>
          <a:bodyPr/>
          <a:lstStyle/>
          <a:p>
            <a:endParaRPr lang="fr-FR"/>
          </a:p>
        </p:txBody>
      </p:sp>
      <p:sp>
        <p:nvSpPr>
          <p:cNvPr id="6" name="Slide Number Placeholder 5"/>
          <p:cNvSpPr>
            <a:spLocks noGrp="1"/>
          </p:cNvSpPr>
          <p:nvPr>
            <p:ph type="sldNum" sz="quarter" idx="12"/>
          </p:nvPr>
        </p:nvSpPr>
        <p:spPr>
          <a:xfrm>
            <a:off x="7551093" y="14013401"/>
            <a:ext cx="2405658" cy="804965"/>
          </a:xfrm>
          <a:prstGeom prst="rect">
            <a:avLst/>
          </a:prstGeom>
        </p:spPr>
        <p:txBody>
          <a:bodyPr/>
          <a:lstStyle/>
          <a:p>
            <a:fld id="{184384F0-0FB2-41F5-AE59-E5B6D5537AF1}" type="slidenum">
              <a:rPr lang="fr-FR" smtClean="0"/>
              <a:t>‹N°›</a:t>
            </a:fld>
            <a:endParaRPr lang="fr-FR"/>
          </a:p>
        </p:txBody>
      </p:sp>
    </p:spTree>
    <p:extLst>
      <p:ext uri="{BB962C8B-B14F-4D97-AF65-F5344CB8AC3E}">
        <p14:creationId xmlns:p14="http://schemas.microsoft.com/office/powerpoint/2010/main" val="3720151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804969"/>
            <a:ext cx="9221689" cy="2922375"/>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735062" y="4024827"/>
            <a:ext cx="9221689" cy="9593089"/>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9" name="Image 8" descr="Une image contenant texte, capture d’écran, Police, logo&#10;&#10;Le contenu généré par l’IA peut être incorrect.">
            <a:extLst>
              <a:ext uri="{FF2B5EF4-FFF2-40B4-BE49-F238E27FC236}">
                <a16:creationId xmlns:a16="http://schemas.microsoft.com/office/drawing/2014/main" id="{66AE31AF-5F70-011D-6C29-21BB843BCCCA}"/>
              </a:ext>
            </a:extLst>
          </p:cNvPr>
          <p:cNvPicPr>
            <a:picLocks noChangeAspect="1"/>
          </p:cNvPicPr>
          <p:nvPr userDrawn="1"/>
        </p:nvPicPr>
        <p:blipFill rotWithShape="1">
          <a:blip r:embed="rId13" cstate="print">
            <a:extLst>
              <a:ext uri="{28A0092B-C50C-407E-A947-70E740481C1C}">
                <a14:useLocalDpi xmlns:a14="http://schemas.microsoft.com/office/drawing/2010/main" val="0"/>
              </a:ext>
            </a:extLst>
          </a:blip>
          <a:srcRect t="98177"/>
          <a:stretch/>
        </p:blipFill>
        <p:spPr>
          <a:xfrm>
            <a:off x="1" y="14843760"/>
            <a:ext cx="10691813" cy="275591"/>
          </a:xfrm>
          <a:prstGeom prst="rect">
            <a:avLst/>
          </a:prstGeom>
        </p:spPr>
      </p:pic>
      <p:pic>
        <p:nvPicPr>
          <p:cNvPr id="10" name="Image 9"/>
          <p:cNvPicPr>
            <a:picLocks noChangeAspect="1"/>
          </p:cNvPicPr>
          <p:nvPr userDrawn="1"/>
        </p:nvPicPr>
        <p:blipFill rotWithShape="1">
          <a:blip r:embed="rId14" cstate="print">
            <a:extLst>
              <a:ext uri="{28A0092B-C50C-407E-A947-70E740481C1C}">
                <a14:useLocalDpi xmlns:a14="http://schemas.microsoft.com/office/drawing/2010/main" val="0"/>
              </a:ext>
            </a:extLst>
          </a:blip>
          <a:srcRect l="4500" t="26322" r="13250" b="25201"/>
          <a:stretch/>
        </p:blipFill>
        <p:spPr>
          <a:xfrm>
            <a:off x="5569497" y="13764857"/>
            <a:ext cx="5013960" cy="1147483"/>
          </a:xfrm>
          <a:prstGeom prst="rect">
            <a:avLst/>
          </a:prstGeom>
        </p:spPr>
      </p:pic>
    </p:spTree>
    <p:extLst>
      <p:ext uri="{BB962C8B-B14F-4D97-AF65-F5344CB8AC3E}">
        <p14:creationId xmlns:p14="http://schemas.microsoft.com/office/powerpoint/2010/main" val="36134809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69208" rtl="0" eaLnBrk="1" latinLnBrk="0" hangingPunct="1">
        <a:lnSpc>
          <a:spcPct val="90000"/>
        </a:lnSpc>
        <a:spcBef>
          <a:spcPct val="0"/>
        </a:spcBef>
        <a:buNone/>
        <a:defRPr sz="5145" kern="1200">
          <a:solidFill>
            <a:srgbClr val="0A3D67"/>
          </a:solidFill>
          <a:latin typeface="Arial Narrow" panose="020B0606020202030204" pitchFamily="34" charset="0"/>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rgbClr val="0A3D67"/>
          </a:solidFill>
          <a:latin typeface="Arial Narrow" panose="020B0606020202030204" pitchFamily="34" charset="0"/>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rgbClr val="0A3D67"/>
          </a:solidFill>
          <a:latin typeface="Arial Narrow" panose="020B0606020202030204" pitchFamily="34" charset="0"/>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rgbClr val="0A3D67"/>
          </a:solidFill>
          <a:latin typeface="Arial Narrow" panose="020B0606020202030204" pitchFamily="34" charset="0"/>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rgbClr val="0A3D67"/>
          </a:solidFill>
          <a:latin typeface="Arial Narrow" panose="020B0606020202030204" pitchFamily="34" charset="0"/>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rgbClr val="0A3D67"/>
          </a:solidFill>
          <a:latin typeface="Arial Narrow" panose="020B0606020202030204" pitchFamily="34" charset="0"/>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304800" y="251012"/>
            <a:ext cx="10203249" cy="800219"/>
          </a:xfrm>
          <a:prstGeom prst="rect">
            <a:avLst/>
          </a:prstGeom>
          <a:noFill/>
        </p:spPr>
        <p:txBody>
          <a:bodyPr wrap="square" rtlCol="0">
            <a:spAutoFit/>
          </a:bodyPr>
          <a:lstStyle/>
          <a:p>
            <a:pPr algn="ctr"/>
            <a:r>
              <a:rPr lang="fr-FR" sz="2800" b="1" dirty="0">
                <a:solidFill>
                  <a:srgbClr val="0A3D67"/>
                </a:solidFill>
                <a:latin typeface="Arial Narrow" panose="020B0606020202030204" pitchFamily="34" charset="0"/>
              </a:rPr>
              <a:t>Circuit De Chronométrage </a:t>
            </a:r>
          </a:p>
          <a:p>
            <a:pPr algn="ctr"/>
            <a:r>
              <a:rPr lang="fr-FR" sz="1800" b="1" dirty="0">
                <a:solidFill>
                  <a:srgbClr val="0A3D67"/>
                </a:solidFill>
                <a:latin typeface="Arial Narrow" panose="020B0606020202030204" pitchFamily="34" charset="0"/>
              </a:rPr>
              <a:t>RAZAFINDRATSIORY, KEVIN – EATI – Groupe 5</a:t>
            </a:r>
          </a:p>
        </p:txBody>
      </p:sp>
      <p:grpSp>
        <p:nvGrpSpPr>
          <p:cNvPr id="28" name="Groupe 27"/>
          <p:cNvGrpSpPr/>
          <p:nvPr/>
        </p:nvGrpSpPr>
        <p:grpSpPr>
          <a:xfrm>
            <a:off x="3509303" y="1270304"/>
            <a:ext cx="6998746" cy="4317403"/>
            <a:chOff x="3489960" y="1330362"/>
            <a:chExt cx="6998746" cy="4317403"/>
          </a:xfrm>
        </p:grpSpPr>
        <p:sp>
          <p:nvSpPr>
            <p:cNvPr id="7" name="Rectangle à coins arrondis 6"/>
            <p:cNvSpPr/>
            <p:nvPr/>
          </p:nvSpPr>
          <p:spPr>
            <a:xfrm>
              <a:off x="3489960" y="1330362"/>
              <a:ext cx="6998746" cy="4317403"/>
            </a:xfrm>
            <a:prstGeom prst="roundRect">
              <a:avLst>
                <a:gd name="adj" fmla="val 3044"/>
              </a:avLst>
            </a:prstGeom>
            <a:noFill/>
            <a:ln w="19050">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sp>
          <p:nvSpPr>
            <p:cNvPr id="9" name="Rectangle à coins arrondis 8"/>
            <p:cNvSpPr/>
            <p:nvPr/>
          </p:nvSpPr>
          <p:spPr>
            <a:xfrm>
              <a:off x="3489960" y="1330362"/>
              <a:ext cx="6998746" cy="393999"/>
            </a:xfrm>
            <a:prstGeom prst="roundRect">
              <a:avLst>
                <a:gd name="adj" fmla="val 31015"/>
              </a:avLst>
            </a:prstGeom>
            <a:solidFill>
              <a:srgbClr val="0A3D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800" dirty="0">
                  <a:solidFill>
                    <a:schemeClr val="bg1"/>
                  </a:solidFill>
                  <a:latin typeface="Arial Narrow" panose="020B0606020202030204" pitchFamily="34" charset="0"/>
                </a:rPr>
                <a:t>2. Conception et modélisation</a:t>
              </a:r>
            </a:p>
          </p:txBody>
        </p:sp>
      </p:grpSp>
      <p:grpSp>
        <p:nvGrpSpPr>
          <p:cNvPr id="26" name="Groupe 25"/>
          <p:cNvGrpSpPr/>
          <p:nvPr/>
        </p:nvGrpSpPr>
        <p:grpSpPr>
          <a:xfrm>
            <a:off x="317794" y="1271564"/>
            <a:ext cx="3035300" cy="1756976"/>
            <a:chOff x="304799" y="1298962"/>
            <a:chExt cx="3035300" cy="1512818"/>
          </a:xfrm>
        </p:grpSpPr>
        <p:sp>
          <p:nvSpPr>
            <p:cNvPr id="14" name="Rectangle à coins arrondis 13"/>
            <p:cNvSpPr/>
            <p:nvPr/>
          </p:nvSpPr>
          <p:spPr>
            <a:xfrm>
              <a:off x="304799" y="1298962"/>
              <a:ext cx="3035299" cy="393999"/>
            </a:xfrm>
            <a:prstGeom prst="roundRect">
              <a:avLst>
                <a:gd name="adj" fmla="val 31015"/>
              </a:avLst>
            </a:prstGeom>
            <a:solidFill>
              <a:srgbClr val="0A3D67"/>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800" dirty="0">
                  <a:solidFill>
                    <a:schemeClr val="bg1"/>
                  </a:solidFill>
                  <a:latin typeface="Arial Narrow" panose="020B0606020202030204" pitchFamily="34" charset="0"/>
                </a:rPr>
                <a:t>Mots-clés</a:t>
              </a:r>
            </a:p>
          </p:txBody>
        </p:sp>
        <p:sp>
          <p:nvSpPr>
            <p:cNvPr id="13" name="Rectangle à coins arrondis 12"/>
            <p:cNvSpPr/>
            <p:nvPr/>
          </p:nvSpPr>
          <p:spPr>
            <a:xfrm>
              <a:off x="304800" y="1308570"/>
              <a:ext cx="3035299" cy="1503210"/>
            </a:xfrm>
            <a:prstGeom prst="roundRect">
              <a:avLst>
                <a:gd name="adj" fmla="val 8071"/>
              </a:avLst>
            </a:prstGeom>
            <a:noFill/>
            <a:ln w="19050">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grpSp>
      <p:grpSp>
        <p:nvGrpSpPr>
          <p:cNvPr id="29" name="Groupe 28"/>
          <p:cNvGrpSpPr/>
          <p:nvPr/>
        </p:nvGrpSpPr>
        <p:grpSpPr>
          <a:xfrm>
            <a:off x="304800" y="5755407"/>
            <a:ext cx="10183906" cy="5623793"/>
            <a:chOff x="304800" y="5755407"/>
            <a:chExt cx="10183906" cy="5623793"/>
          </a:xfrm>
        </p:grpSpPr>
        <p:sp>
          <p:nvSpPr>
            <p:cNvPr id="16" name="Rectangle à coins arrondis 15"/>
            <p:cNvSpPr/>
            <p:nvPr/>
          </p:nvSpPr>
          <p:spPr>
            <a:xfrm>
              <a:off x="304800" y="5755407"/>
              <a:ext cx="10183906" cy="5623793"/>
            </a:xfrm>
            <a:prstGeom prst="roundRect">
              <a:avLst>
                <a:gd name="adj" fmla="val 2625"/>
              </a:avLst>
            </a:prstGeom>
            <a:noFill/>
            <a:ln w="19050">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sp>
          <p:nvSpPr>
            <p:cNvPr id="17" name="Rectangle à coins arrondis 16"/>
            <p:cNvSpPr/>
            <p:nvPr/>
          </p:nvSpPr>
          <p:spPr>
            <a:xfrm>
              <a:off x="304800" y="5755407"/>
              <a:ext cx="10183906" cy="393999"/>
            </a:xfrm>
            <a:prstGeom prst="roundRect">
              <a:avLst>
                <a:gd name="adj" fmla="val 31015"/>
              </a:avLst>
            </a:prstGeom>
            <a:solidFill>
              <a:srgbClr val="0A3D67"/>
            </a:solidFill>
            <a:ln>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800" dirty="0">
                  <a:solidFill>
                    <a:schemeClr val="bg1"/>
                  </a:solidFill>
                  <a:latin typeface="Arial Narrow" panose="020B0606020202030204" pitchFamily="34" charset="0"/>
                </a:rPr>
                <a:t>3. Développements et mise en œuvre</a:t>
              </a:r>
            </a:p>
          </p:txBody>
        </p:sp>
      </p:grpSp>
      <p:grpSp>
        <p:nvGrpSpPr>
          <p:cNvPr id="27" name="Groupe 26"/>
          <p:cNvGrpSpPr/>
          <p:nvPr/>
        </p:nvGrpSpPr>
        <p:grpSpPr>
          <a:xfrm>
            <a:off x="298451" y="3199787"/>
            <a:ext cx="3041648" cy="2328657"/>
            <a:chOff x="304800" y="2907128"/>
            <a:chExt cx="3041648" cy="2722655"/>
          </a:xfrm>
        </p:grpSpPr>
        <p:sp>
          <p:nvSpPr>
            <p:cNvPr id="20" name="Rectangle à coins arrondis 19"/>
            <p:cNvSpPr/>
            <p:nvPr/>
          </p:nvSpPr>
          <p:spPr>
            <a:xfrm>
              <a:off x="304800" y="2914650"/>
              <a:ext cx="3035299" cy="2715133"/>
            </a:xfrm>
            <a:prstGeom prst="roundRect">
              <a:avLst>
                <a:gd name="adj" fmla="val 5030"/>
              </a:avLst>
            </a:prstGeom>
            <a:noFill/>
            <a:ln w="19050">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sp>
          <p:nvSpPr>
            <p:cNvPr id="21" name="Rectangle à coins arrondis 20"/>
            <p:cNvSpPr/>
            <p:nvPr/>
          </p:nvSpPr>
          <p:spPr>
            <a:xfrm>
              <a:off x="311149" y="2907128"/>
              <a:ext cx="3035299" cy="393999"/>
            </a:xfrm>
            <a:prstGeom prst="roundRect">
              <a:avLst>
                <a:gd name="adj" fmla="val 31015"/>
              </a:avLst>
            </a:prstGeom>
            <a:solidFill>
              <a:srgbClr val="0A3D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800" dirty="0">
                  <a:solidFill>
                    <a:schemeClr val="bg1"/>
                  </a:solidFill>
                  <a:latin typeface="Arial Narrow" panose="020B0606020202030204" pitchFamily="34" charset="0"/>
                </a:rPr>
                <a:t>1.Objectifs et spécifications</a:t>
              </a:r>
            </a:p>
          </p:txBody>
        </p:sp>
      </p:grpSp>
      <p:grpSp>
        <p:nvGrpSpPr>
          <p:cNvPr id="30" name="Groupe 29"/>
          <p:cNvGrpSpPr/>
          <p:nvPr/>
        </p:nvGrpSpPr>
        <p:grpSpPr>
          <a:xfrm>
            <a:off x="298451" y="11497301"/>
            <a:ext cx="5251449" cy="3247399"/>
            <a:chOff x="298451" y="11497301"/>
            <a:chExt cx="5251449" cy="3247399"/>
          </a:xfrm>
        </p:grpSpPr>
        <p:sp>
          <p:nvSpPr>
            <p:cNvPr id="22" name="Rectangle à coins arrondis 21"/>
            <p:cNvSpPr/>
            <p:nvPr/>
          </p:nvSpPr>
          <p:spPr>
            <a:xfrm>
              <a:off x="298451" y="11504824"/>
              <a:ext cx="5251449" cy="3239876"/>
            </a:xfrm>
            <a:prstGeom prst="roundRect">
              <a:avLst>
                <a:gd name="adj" fmla="val 4315"/>
              </a:avLst>
            </a:prstGeom>
            <a:noFill/>
            <a:ln w="19050">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sp>
          <p:nvSpPr>
            <p:cNvPr id="23" name="Rectangle à coins arrondis 22"/>
            <p:cNvSpPr/>
            <p:nvPr/>
          </p:nvSpPr>
          <p:spPr>
            <a:xfrm>
              <a:off x="304800" y="11497301"/>
              <a:ext cx="5245100" cy="393999"/>
            </a:xfrm>
            <a:prstGeom prst="roundRect">
              <a:avLst>
                <a:gd name="adj" fmla="val 37058"/>
              </a:avLst>
            </a:prstGeom>
            <a:solidFill>
              <a:srgbClr val="0A3D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800" dirty="0">
                  <a:solidFill>
                    <a:schemeClr val="bg1"/>
                  </a:solidFill>
                  <a:latin typeface="Arial Narrow" panose="020B0606020202030204" pitchFamily="34" charset="0"/>
                </a:rPr>
                <a:t>4. Etat d’avancement et/ou Résultat</a:t>
              </a:r>
            </a:p>
          </p:txBody>
        </p:sp>
      </p:grpSp>
      <p:grpSp>
        <p:nvGrpSpPr>
          <p:cNvPr id="31" name="Groupe 30"/>
          <p:cNvGrpSpPr/>
          <p:nvPr/>
        </p:nvGrpSpPr>
        <p:grpSpPr>
          <a:xfrm>
            <a:off x="5740400" y="11504823"/>
            <a:ext cx="4748306" cy="2328657"/>
            <a:chOff x="5740400" y="11504823"/>
            <a:chExt cx="4748306" cy="2328657"/>
          </a:xfrm>
        </p:grpSpPr>
        <p:sp>
          <p:nvSpPr>
            <p:cNvPr id="24" name="Rectangle à coins arrondis 23"/>
            <p:cNvSpPr/>
            <p:nvPr/>
          </p:nvSpPr>
          <p:spPr>
            <a:xfrm>
              <a:off x="5740400" y="11504823"/>
              <a:ext cx="4748306" cy="393999"/>
            </a:xfrm>
            <a:prstGeom prst="roundRect">
              <a:avLst>
                <a:gd name="adj" fmla="val 31015"/>
              </a:avLst>
            </a:prstGeom>
            <a:solidFill>
              <a:srgbClr val="0A3D67"/>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800" dirty="0">
                  <a:solidFill>
                    <a:schemeClr val="bg1"/>
                  </a:solidFill>
                  <a:latin typeface="Arial Narrow" panose="020B0606020202030204" pitchFamily="34" charset="0"/>
                </a:rPr>
                <a:t>Compétences acquises</a:t>
              </a:r>
            </a:p>
          </p:txBody>
        </p:sp>
        <p:sp>
          <p:nvSpPr>
            <p:cNvPr id="25" name="Rectangle à coins arrondis 24"/>
            <p:cNvSpPr/>
            <p:nvPr/>
          </p:nvSpPr>
          <p:spPr>
            <a:xfrm>
              <a:off x="5740400" y="11504823"/>
              <a:ext cx="4748306" cy="2328657"/>
            </a:xfrm>
            <a:prstGeom prst="roundRect">
              <a:avLst>
                <a:gd name="adj" fmla="val 6162"/>
              </a:avLst>
            </a:prstGeom>
            <a:noFill/>
            <a:ln w="19050">
              <a:solidFill>
                <a:srgbClr val="0A3D67"/>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grpSp>
      <p:grpSp>
        <p:nvGrpSpPr>
          <p:cNvPr id="8" name="Groupe 7">
            <a:extLst>
              <a:ext uri="{FF2B5EF4-FFF2-40B4-BE49-F238E27FC236}">
                <a16:creationId xmlns:a16="http://schemas.microsoft.com/office/drawing/2014/main" id="{6D6500BE-F003-ED52-4682-3CC2ACB543DF}"/>
              </a:ext>
            </a:extLst>
          </p:cNvPr>
          <p:cNvGrpSpPr/>
          <p:nvPr/>
        </p:nvGrpSpPr>
        <p:grpSpPr>
          <a:xfrm>
            <a:off x="1650417" y="1864978"/>
            <a:ext cx="1603376" cy="986219"/>
            <a:chOff x="304800" y="2907127"/>
            <a:chExt cx="3041648" cy="2722656"/>
          </a:xfrm>
        </p:grpSpPr>
        <p:sp>
          <p:nvSpPr>
            <p:cNvPr id="10" name="Rectangle à coins arrondis 19">
              <a:extLst>
                <a:ext uri="{FF2B5EF4-FFF2-40B4-BE49-F238E27FC236}">
                  <a16:creationId xmlns:a16="http://schemas.microsoft.com/office/drawing/2014/main" id="{E90A2D9A-DBCA-CC0B-05EC-552BD6B1FC6F}"/>
                </a:ext>
              </a:extLst>
            </p:cNvPr>
            <p:cNvSpPr/>
            <p:nvPr/>
          </p:nvSpPr>
          <p:spPr>
            <a:xfrm>
              <a:off x="304800" y="2914650"/>
              <a:ext cx="3035299" cy="2715133"/>
            </a:xfrm>
            <a:prstGeom prst="roundRect">
              <a:avLst>
                <a:gd name="adj" fmla="val 5030"/>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sp>
          <p:nvSpPr>
            <p:cNvPr id="11" name="Rectangle à coins arrondis 20">
              <a:extLst>
                <a:ext uri="{FF2B5EF4-FFF2-40B4-BE49-F238E27FC236}">
                  <a16:creationId xmlns:a16="http://schemas.microsoft.com/office/drawing/2014/main" id="{7299CFE5-23E6-21A5-E2A8-1683DE9FD613}"/>
                </a:ext>
              </a:extLst>
            </p:cNvPr>
            <p:cNvSpPr/>
            <p:nvPr/>
          </p:nvSpPr>
          <p:spPr>
            <a:xfrm>
              <a:off x="311150" y="2907127"/>
              <a:ext cx="3035298" cy="683834"/>
            </a:xfrm>
            <a:prstGeom prst="roundRect">
              <a:avLst>
                <a:gd name="adj" fmla="val 3101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600" dirty="0">
                  <a:solidFill>
                    <a:schemeClr val="bg1"/>
                  </a:solidFill>
                  <a:latin typeface="Arial Narrow" panose="020B0606020202030204" pitchFamily="34" charset="0"/>
                </a:rPr>
                <a:t>Chronométrage</a:t>
              </a:r>
            </a:p>
          </p:txBody>
        </p:sp>
      </p:grpSp>
      <p:sp>
        <p:nvSpPr>
          <p:cNvPr id="32" name="ZoneTexte 31">
            <a:extLst>
              <a:ext uri="{FF2B5EF4-FFF2-40B4-BE49-F238E27FC236}">
                <a16:creationId xmlns:a16="http://schemas.microsoft.com/office/drawing/2014/main" id="{F1517142-62E4-E7F2-1123-DA05C7F86777}"/>
              </a:ext>
            </a:extLst>
          </p:cNvPr>
          <p:cNvSpPr txBox="1"/>
          <p:nvPr/>
        </p:nvSpPr>
        <p:spPr>
          <a:xfrm>
            <a:off x="1597572" y="2143311"/>
            <a:ext cx="1785250" cy="707886"/>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FR" sz="1000" b="1" i="0" u="none" strike="noStrike" cap="none" normalizeH="0" baseline="0" dirty="0">
                <a:ln>
                  <a:noFill/>
                </a:ln>
                <a:solidFill>
                  <a:schemeClr val="tx1"/>
                </a:solidFill>
                <a:effectLst/>
                <a:latin typeface="Arial" panose="020B0604020202020204" pitchFamily="34" charset="0"/>
              </a:rPr>
              <a:t>Oscillateur NE555</a:t>
            </a:r>
            <a:endParaRPr kumimoji="0" lang="fr-FR" altLang="fr-FR" sz="10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FR" sz="1000" b="1" i="0" u="none" strike="noStrike" cap="none" normalizeH="0" baseline="0" dirty="0">
                <a:ln>
                  <a:noFill/>
                </a:ln>
                <a:solidFill>
                  <a:schemeClr val="tx1"/>
                </a:solidFill>
                <a:effectLst/>
                <a:latin typeface="Arial" panose="020B0604020202020204" pitchFamily="34" charset="0"/>
              </a:rPr>
              <a:t>Compteur CD4518</a:t>
            </a:r>
            <a:endParaRPr kumimoji="0" lang="fr-FR" altLang="fr-FR" sz="10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FR" sz="1000" b="1" i="0" u="none" strike="noStrike" cap="none" normalizeH="0" baseline="0" dirty="0">
                <a:ln>
                  <a:noFill/>
                </a:ln>
                <a:solidFill>
                  <a:schemeClr val="tx1"/>
                </a:solidFill>
                <a:effectLst/>
                <a:latin typeface="Arial" panose="020B0604020202020204" pitchFamily="34" charset="0"/>
              </a:rPr>
              <a:t>Décodage CD4511</a:t>
            </a:r>
            <a:endParaRPr kumimoji="0" lang="fr-FR" altLang="fr-FR" sz="10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FR" sz="1000" b="1" i="0" u="none" strike="noStrike" cap="none" normalizeH="0" baseline="0" dirty="0">
                <a:ln>
                  <a:noFill/>
                </a:ln>
                <a:solidFill>
                  <a:schemeClr val="tx1"/>
                </a:solidFill>
                <a:effectLst/>
                <a:latin typeface="Arial" panose="020B0604020202020204" pitchFamily="34" charset="0"/>
              </a:rPr>
              <a:t>Affichage 7 segments</a:t>
            </a:r>
            <a:endParaRPr kumimoji="0" lang="fr-FR" altLang="fr-FR" sz="1000" b="0" i="0" u="none" strike="noStrike" cap="none" normalizeH="0" baseline="0" dirty="0">
              <a:ln>
                <a:noFill/>
              </a:ln>
              <a:solidFill>
                <a:schemeClr val="tx1"/>
              </a:solidFill>
              <a:effectLst/>
              <a:latin typeface="Arial" panose="020B0604020202020204" pitchFamily="34" charset="0"/>
            </a:endParaRPr>
          </a:p>
        </p:txBody>
      </p:sp>
      <p:grpSp>
        <p:nvGrpSpPr>
          <p:cNvPr id="36" name="Groupe 35">
            <a:extLst>
              <a:ext uri="{FF2B5EF4-FFF2-40B4-BE49-F238E27FC236}">
                <a16:creationId xmlns:a16="http://schemas.microsoft.com/office/drawing/2014/main" id="{DD78B419-090C-1A63-B47A-19B0BB4F9F8E}"/>
              </a:ext>
            </a:extLst>
          </p:cNvPr>
          <p:cNvGrpSpPr/>
          <p:nvPr/>
        </p:nvGrpSpPr>
        <p:grpSpPr>
          <a:xfrm>
            <a:off x="438545" y="1836368"/>
            <a:ext cx="1069842" cy="980031"/>
            <a:chOff x="304797" y="2877569"/>
            <a:chExt cx="3035302" cy="2752214"/>
          </a:xfrm>
        </p:grpSpPr>
        <p:sp>
          <p:nvSpPr>
            <p:cNvPr id="37" name="Rectangle à coins arrondis 19">
              <a:extLst>
                <a:ext uri="{FF2B5EF4-FFF2-40B4-BE49-F238E27FC236}">
                  <a16:creationId xmlns:a16="http://schemas.microsoft.com/office/drawing/2014/main" id="{40D5E40A-3AB8-AF5F-376D-02EC6C64C72D}"/>
                </a:ext>
              </a:extLst>
            </p:cNvPr>
            <p:cNvSpPr/>
            <p:nvPr/>
          </p:nvSpPr>
          <p:spPr>
            <a:xfrm>
              <a:off x="304800" y="2914650"/>
              <a:ext cx="3035299" cy="2715133"/>
            </a:xfrm>
            <a:prstGeom prst="roundRect">
              <a:avLst>
                <a:gd name="adj" fmla="val 5030"/>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fr-FR" dirty="0">
                <a:solidFill>
                  <a:srgbClr val="0A3D67"/>
                </a:solidFill>
              </a:endParaRPr>
            </a:p>
          </p:txBody>
        </p:sp>
        <p:sp>
          <p:nvSpPr>
            <p:cNvPr id="38" name="Rectangle à coins arrondis 20">
              <a:extLst>
                <a:ext uri="{FF2B5EF4-FFF2-40B4-BE49-F238E27FC236}">
                  <a16:creationId xmlns:a16="http://schemas.microsoft.com/office/drawing/2014/main" id="{BB924A34-746F-C877-B717-D69F78D89E79}"/>
                </a:ext>
              </a:extLst>
            </p:cNvPr>
            <p:cNvSpPr/>
            <p:nvPr/>
          </p:nvSpPr>
          <p:spPr>
            <a:xfrm>
              <a:off x="304797" y="2877569"/>
              <a:ext cx="3035302" cy="1279438"/>
            </a:xfrm>
            <a:prstGeom prst="roundRect">
              <a:avLst>
                <a:gd name="adj" fmla="val 1829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fr-FR" sz="1400" dirty="0">
                  <a:solidFill>
                    <a:schemeClr val="bg1"/>
                  </a:solidFill>
                  <a:latin typeface="Arial Narrow" panose="020B0606020202030204" pitchFamily="34" charset="0"/>
                </a:rPr>
                <a:t>Conception électronique  </a:t>
              </a:r>
            </a:p>
          </p:txBody>
        </p:sp>
      </p:grpSp>
      <p:sp>
        <p:nvSpPr>
          <p:cNvPr id="39" name="ZoneTexte 38">
            <a:extLst>
              <a:ext uri="{FF2B5EF4-FFF2-40B4-BE49-F238E27FC236}">
                <a16:creationId xmlns:a16="http://schemas.microsoft.com/office/drawing/2014/main" id="{86A67189-85C1-21C7-E6C6-91E6F0A9542B}"/>
              </a:ext>
            </a:extLst>
          </p:cNvPr>
          <p:cNvSpPr txBox="1"/>
          <p:nvPr/>
        </p:nvSpPr>
        <p:spPr>
          <a:xfrm>
            <a:off x="418778" y="2264938"/>
            <a:ext cx="1132339" cy="707886"/>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fr-FR" altLang="fr-FR" sz="1000" b="1" dirty="0" err="1">
                <a:latin typeface="Arial" panose="020B0604020202020204" pitchFamily="34" charset="0"/>
              </a:rPr>
              <a:t>Propeus</a:t>
            </a:r>
            <a:endParaRPr lang="fr-FR" altLang="fr-FR" sz="1000" b="1" dirty="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FR" sz="1000" b="1" i="0" u="none" strike="noStrike" cap="none" normalizeH="0" baseline="0" dirty="0" err="1">
                <a:ln>
                  <a:noFill/>
                </a:ln>
                <a:solidFill>
                  <a:schemeClr val="tx1"/>
                </a:solidFill>
                <a:effectLst/>
                <a:latin typeface="Arial" panose="020B0604020202020204" pitchFamily="34" charset="0"/>
              </a:rPr>
              <a:t>Kicad</a:t>
            </a:r>
            <a:endParaRPr kumimoji="0" lang="fr-FR" altLang="fr-FR" sz="10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FR" sz="1000" b="1" i="0" u="none" strike="noStrike" cap="none" normalizeH="0" baseline="0" dirty="0">
                <a:ln>
                  <a:noFill/>
                </a:ln>
                <a:solidFill>
                  <a:schemeClr val="tx1"/>
                </a:solidFill>
                <a:effectLst/>
                <a:latin typeface="Arial" panose="020B0604020202020204" pitchFamily="34" charset="0"/>
              </a:rPr>
              <a:t>Typon</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1000" b="0" i="0" u="none" strike="noStrike" cap="none" normalizeH="0" baseline="0" dirty="0">
              <a:ln>
                <a:noFill/>
              </a:ln>
              <a:solidFill>
                <a:schemeClr val="tx1"/>
              </a:solidFill>
              <a:effectLst/>
              <a:latin typeface="Arial" panose="020B0604020202020204" pitchFamily="34" charset="0"/>
            </a:endParaRPr>
          </a:p>
        </p:txBody>
      </p:sp>
      <p:sp>
        <p:nvSpPr>
          <p:cNvPr id="41" name="ZoneTexte 40">
            <a:extLst>
              <a:ext uri="{FF2B5EF4-FFF2-40B4-BE49-F238E27FC236}">
                <a16:creationId xmlns:a16="http://schemas.microsoft.com/office/drawing/2014/main" id="{DAE7B7D2-3FF4-8ACC-15C7-89DC1AE26AAF}"/>
              </a:ext>
            </a:extLst>
          </p:cNvPr>
          <p:cNvSpPr txBox="1"/>
          <p:nvPr/>
        </p:nvSpPr>
        <p:spPr>
          <a:xfrm>
            <a:off x="251167" y="3654871"/>
            <a:ext cx="3119344" cy="1815882"/>
          </a:xfrm>
          <a:prstGeom prst="rect">
            <a:avLst/>
          </a:prstGeom>
          <a:noFill/>
        </p:spPr>
        <p:txBody>
          <a:bodyPr wrap="square" rtlCol="0">
            <a:spAutoFit/>
          </a:bodyPr>
          <a:lstStyle/>
          <a:p>
            <a:pPr algn="ctr"/>
            <a:r>
              <a:rPr lang="fr-FR" sz="1600" b="1" dirty="0"/>
              <a:t>Réaliser un </a:t>
            </a:r>
            <a:r>
              <a:rPr lang="fr-FR" sz="1600" b="1" dirty="0">
                <a:solidFill>
                  <a:srgbClr val="FF0000"/>
                </a:solidFill>
              </a:rPr>
              <a:t>système de chronométrage</a:t>
            </a:r>
            <a:r>
              <a:rPr lang="fr-FR" sz="1600" b="1" dirty="0"/>
              <a:t>, capable de mesurer le temps et de l’afficher sur un </a:t>
            </a:r>
            <a:r>
              <a:rPr lang="fr-FR" sz="1600" b="1" dirty="0">
                <a:solidFill>
                  <a:srgbClr val="FF0000"/>
                </a:solidFill>
              </a:rPr>
              <a:t>afficheur 7 segments</a:t>
            </a:r>
            <a:r>
              <a:rPr lang="fr-FR" sz="1600" b="1" dirty="0"/>
              <a:t>, en utilisant uniquement des composants simples (sans microcontrôleur)</a:t>
            </a:r>
          </a:p>
        </p:txBody>
      </p:sp>
      <p:sp>
        <p:nvSpPr>
          <p:cNvPr id="42" name="ZoneTexte 41">
            <a:extLst>
              <a:ext uri="{FF2B5EF4-FFF2-40B4-BE49-F238E27FC236}">
                <a16:creationId xmlns:a16="http://schemas.microsoft.com/office/drawing/2014/main" id="{74FD1EA4-8857-A281-33DA-A8B4FB468958}"/>
              </a:ext>
            </a:extLst>
          </p:cNvPr>
          <p:cNvSpPr txBox="1"/>
          <p:nvPr/>
        </p:nvSpPr>
        <p:spPr>
          <a:xfrm>
            <a:off x="3894407" y="4069651"/>
            <a:ext cx="893233" cy="411523"/>
          </a:xfrm>
          <a:prstGeom prst="rect">
            <a:avLst/>
          </a:prstGeom>
          <a:noFill/>
        </p:spPr>
        <p:txBody>
          <a:bodyPr wrap="square" rtlCol="0">
            <a:spAutoFit/>
          </a:bodyPr>
          <a:lstStyle/>
          <a:p>
            <a:r>
              <a:rPr lang="fr-FR" dirty="0">
                <a:highlight>
                  <a:srgbClr val="C0C0C0"/>
                </a:highlight>
              </a:rPr>
              <a:t>NE555</a:t>
            </a:r>
          </a:p>
        </p:txBody>
      </p:sp>
      <p:sp>
        <p:nvSpPr>
          <p:cNvPr id="43" name="Légende : flèche vers le haut 42">
            <a:extLst>
              <a:ext uri="{FF2B5EF4-FFF2-40B4-BE49-F238E27FC236}">
                <a16:creationId xmlns:a16="http://schemas.microsoft.com/office/drawing/2014/main" id="{54B15227-3B74-F67B-9A70-2951FAB82603}"/>
              </a:ext>
            </a:extLst>
          </p:cNvPr>
          <p:cNvSpPr/>
          <p:nvPr/>
        </p:nvSpPr>
        <p:spPr>
          <a:xfrm>
            <a:off x="3630464" y="4426701"/>
            <a:ext cx="1632787" cy="982449"/>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dirty="0"/>
              <a:t>Génère un signal périodique stable qui cadence le comptage.</a:t>
            </a:r>
          </a:p>
        </p:txBody>
      </p:sp>
      <p:sp>
        <p:nvSpPr>
          <p:cNvPr id="44" name="ZoneTexte 43">
            <a:extLst>
              <a:ext uri="{FF2B5EF4-FFF2-40B4-BE49-F238E27FC236}">
                <a16:creationId xmlns:a16="http://schemas.microsoft.com/office/drawing/2014/main" id="{0F48F68A-A4AC-92D4-7811-6E7BA6B78DF6}"/>
              </a:ext>
            </a:extLst>
          </p:cNvPr>
          <p:cNvSpPr txBox="1"/>
          <p:nvPr/>
        </p:nvSpPr>
        <p:spPr>
          <a:xfrm>
            <a:off x="6246938" y="2800223"/>
            <a:ext cx="893193" cy="411523"/>
          </a:xfrm>
          <a:prstGeom prst="rect">
            <a:avLst/>
          </a:prstGeom>
          <a:noFill/>
        </p:spPr>
        <p:txBody>
          <a:bodyPr wrap="square" rtlCol="0">
            <a:spAutoFit/>
          </a:bodyPr>
          <a:lstStyle/>
          <a:p>
            <a:r>
              <a:rPr lang="fr-FR" dirty="0">
                <a:highlight>
                  <a:srgbClr val="C0C0C0"/>
                </a:highlight>
              </a:rPr>
              <a:t>CD418</a:t>
            </a:r>
          </a:p>
        </p:txBody>
      </p:sp>
      <p:sp>
        <p:nvSpPr>
          <p:cNvPr id="45" name="Légende : flèche vers le haut 44">
            <a:extLst>
              <a:ext uri="{FF2B5EF4-FFF2-40B4-BE49-F238E27FC236}">
                <a16:creationId xmlns:a16="http://schemas.microsoft.com/office/drawing/2014/main" id="{BC71C200-452B-60DE-2D65-5BFEB2767DDF}"/>
              </a:ext>
            </a:extLst>
          </p:cNvPr>
          <p:cNvSpPr/>
          <p:nvPr/>
        </p:nvSpPr>
        <p:spPr>
          <a:xfrm>
            <a:off x="5589008" y="3158456"/>
            <a:ext cx="2401698" cy="1655408"/>
          </a:xfrm>
          <a:prstGeom prst="upArrowCallout">
            <a:avLst>
              <a:gd name="adj1" fmla="val 9711"/>
              <a:gd name="adj2" fmla="val 10610"/>
              <a:gd name="adj3" fmla="val 25000"/>
              <a:gd name="adj4" fmla="val 649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dirty="0"/>
              <a:t>Le CD4518 reçoit les impulsions d’horloge et incrémente un comptage en code BCD. Il fournit quatre sorties logiques (Q0–Q3) représentant la valeur numérique du temps mesuré. Un signal de reset permet de remettre le compteur à zéro. </a:t>
            </a:r>
          </a:p>
        </p:txBody>
      </p:sp>
      <p:sp>
        <p:nvSpPr>
          <p:cNvPr id="46" name="ZoneTexte 45">
            <a:extLst>
              <a:ext uri="{FF2B5EF4-FFF2-40B4-BE49-F238E27FC236}">
                <a16:creationId xmlns:a16="http://schemas.microsoft.com/office/drawing/2014/main" id="{301FE748-10F5-68C7-13C0-34D5AE703388}"/>
              </a:ext>
            </a:extLst>
          </p:cNvPr>
          <p:cNvSpPr txBox="1"/>
          <p:nvPr/>
        </p:nvSpPr>
        <p:spPr>
          <a:xfrm>
            <a:off x="3827100" y="3014639"/>
            <a:ext cx="1027845" cy="411523"/>
          </a:xfrm>
          <a:prstGeom prst="rect">
            <a:avLst/>
          </a:prstGeom>
          <a:noFill/>
        </p:spPr>
        <p:txBody>
          <a:bodyPr wrap="none" rtlCol="0">
            <a:spAutoFit/>
          </a:bodyPr>
          <a:lstStyle/>
          <a:p>
            <a:r>
              <a:rPr lang="fr-FR" dirty="0">
                <a:highlight>
                  <a:srgbClr val="C0C0C0"/>
                </a:highlight>
              </a:rPr>
              <a:t>CD4013</a:t>
            </a:r>
          </a:p>
        </p:txBody>
      </p:sp>
      <p:sp>
        <p:nvSpPr>
          <p:cNvPr id="47" name="Légende : flèche vers le haut 46">
            <a:extLst>
              <a:ext uri="{FF2B5EF4-FFF2-40B4-BE49-F238E27FC236}">
                <a16:creationId xmlns:a16="http://schemas.microsoft.com/office/drawing/2014/main" id="{E3F796CB-D3B5-12C1-878E-683E955D7E86}"/>
              </a:ext>
            </a:extLst>
          </p:cNvPr>
          <p:cNvSpPr/>
          <p:nvPr/>
        </p:nvSpPr>
        <p:spPr>
          <a:xfrm flipV="1">
            <a:off x="3592881" y="1782403"/>
            <a:ext cx="1732730" cy="1219087"/>
          </a:xfrm>
          <a:prstGeom prst="upArrowCallout">
            <a:avLst>
              <a:gd name="adj1" fmla="val 14484"/>
              <a:gd name="adj2" fmla="val 17489"/>
              <a:gd name="adj3" fmla="val 25000"/>
              <a:gd name="adj4" fmla="val 649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8" name="ZoneTexte 47">
            <a:extLst>
              <a:ext uri="{FF2B5EF4-FFF2-40B4-BE49-F238E27FC236}">
                <a16:creationId xmlns:a16="http://schemas.microsoft.com/office/drawing/2014/main" id="{106DA5F9-BA94-6EB3-4705-14E523323BB0}"/>
              </a:ext>
            </a:extLst>
          </p:cNvPr>
          <p:cNvSpPr txBox="1"/>
          <p:nvPr/>
        </p:nvSpPr>
        <p:spPr>
          <a:xfrm>
            <a:off x="8679489" y="3144490"/>
            <a:ext cx="1520594" cy="411523"/>
          </a:xfrm>
          <a:prstGeom prst="rect">
            <a:avLst/>
          </a:prstGeom>
          <a:noFill/>
        </p:spPr>
        <p:txBody>
          <a:bodyPr wrap="square" rtlCol="0">
            <a:spAutoFit/>
          </a:bodyPr>
          <a:lstStyle/>
          <a:p>
            <a:r>
              <a:rPr lang="fr-FR" dirty="0">
                <a:highlight>
                  <a:srgbClr val="C0C0C0"/>
                </a:highlight>
              </a:rPr>
              <a:t>CD4511</a:t>
            </a:r>
          </a:p>
        </p:txBody>
      </p:sp>
      <p:sp>
        <p:nvSpPr>
          <p:cNvPr id="49" name="Légende : flèche vers le haut 48">
            <a:extLst>
              <a:ext uri="{FF2B5EF4-FFF2-40B4-BE49-F238E27FC236}">
                <a16:creationId xmlns:a16="http://schemas.microsoft.com/office/drawing/2014/main" id="{BD17E0C0-33EC-333C-7D27-94EE71424D6B}"/>
              </a:ext>
            </a:extLst>
          </p:cNvPr>
          <p:cNvSpPr/>
          <p:nvPr/>
        </p:nvSpPr>
        <p:spPr>
          <a:xfrm flipV="1">
            <a:off x="8035817" y="1812378"/>
            <a:ext cx="2241030" cy="1419798"/>
          </a:xfrm>
          <a:prstGeom prst="upArrowCallout">
            <a:avLst>
              <a:gd name="adj1" fmla="val 18829"/>
              <a:gd name="adj2" fmla="val 20758"/>
              <a:gd name="adj3" fmla="val 21128"/>
              <a:gd name="adj4" fmla="val 6855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5" name="Légende : flèche vers le haut 54">
            <a:extLst>
              <a:ext uri="{FF2B5EF4-FFF2-40B4-BE49-F238E27FC236}">
                <a16:creationId xmlns:a16="http://schemas.microsoft.com/office/drawing/2014/main" id="{FDB8FB7B-6BF9-03B7-09B5-6856E27938F2}"/>
              </a:ext>
            </a:extLst>
          </p:cNvPr>
          <p:cNvSpPr/>
          <p:nvPr/>
        </p:nvSpPr>
        <p:spPr>
          <a:xfrm>
            <a:off x="8574428" y="4488303"/>
            <a:ext cx="1730716" cy="982450"/>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dirty="0"/>
              <a:t>Reçoit les signaux du décodeur et affiche la valeur du chronomètre</a:t>
            </a:r>
          </a:p>
        </p:txBody>
      </p:sp>
      <p:sp>
        <p:nvSpPr>
          <p:cNvPr id="56" name="ZoneTexte 55">
            <a:extLst>
              <a:ext uri="{FF2B5EF4-FFF2-40B4-BE49-F238E27FC236}">
                <a16:creationId xmlns:a16="http://schemas.microsoft.com/office/drawing/2014/main" id="{C5648897-3F38-1938-44F5-6FC5333338AE}"/>
              </a:ext>
            </a:extLst>
          </p:cNvPr>
          <p:cNvSpPr txBox="1"/>
          <p:nvPr/>
        </p:nvSpPr>
        <p:spPr>
          <a:xfrm>
            <a:off x="8726653" y="3832099"/>
            <a:ext cx="1426266" cy="730713"/>
          </a:xfrm>
          <a:prstGeom prst="rect">
            <a:avLst/>
          </a:prstGeom>
          <a:noFill/>
        </p:spPr>
        <p:txBody>
          <a:bodyPr wrap="square" rtlCol="0">
            <a:spAutoFit/>
          </a:bodyPr>
          <a:lstStyle/>
          <a:p>
            <a:r>
              <a:rPr lang="fr-FR" dirty="0">
                <a:highlight>
                  <a:srgbClr val="C0C0C0"/>
                </a:highlight>
              </a:rPr>
              <a:t>Afficheur 7 segments </a:t>
            </a:r>
          </a:p>
        </p:txBody>
      </p:sp>
      <p:sp>
        <p:nvSpPr>
          <p:cNvPr id="59" name="ZoneTexte 58">
            <a:extLst>
              <a:ext uri="{FF2B5EF4-FFF2-40B4-BE49-F238E27FC236}">
                <a16:creationId xmlns:a16="http://schemas.microsoft.com/office/drawing/2014/main" id="{0D8E1216-F4CF-9345-1B53-E629E8AFD62E}"/>
              </a:ext>
            </a:extLst>
          </p:cNvPr>
          <p:cNvSpPr txBox="1"/>
          <p:nvPr/>
        </p:nvSpPr>
        <p:spPr>
          <a:xfrm>
            <a:off x="5424886" y="1880438"/>
            <a:ext cx="1118896" cy="411523"/>
          </a:xfrm>
          <a:prstGeom prst="rect">
            <a:avLst/>
          </a:prstGeom>
          <a:noFill/>
        </p:spPr>
        <p:txBody>
          <a:bodyPr wrap="none" rtlCol="0">
            <a:spAutoFit/>
          </a:bodyPr>
          <a:lstStyle/>
          <a:p>
            <a:r>
              <a:rPr lang="fr-FR" dirty="0">
                <a:solidFill>
                  <a:srgbClr val="FF0000"/>
                </a:solidFill>
                <a:highlight>
                  <a:srgbClr val="C0C0C0"/>
                </a:highlight>
              </a:rPr>
              <a:t>Barrière</a:t>
            </a:r>
            <a:r>
              <a:rPr lang="fr-FR" dirty="0"/>
              <a:t> </a:t>
            </a:r>
          </a:p>
        </p:txBody>
      </p:sp>
      <p:cxnSp>
        <p:nvCxnSpPr>
          <p:cNvPr id="61" name="Connecteur droit 60">
            <a:extLst>
              <a:ext uri="{FF2B5EF4-FFF2-40B4-BE49-F238E27FC236}">
                <a16:creationId xmlns:a16="http://schemas.microsoft.com/office/drawing/2014/main" id="{66B5B30D-FF9B-8E0F-EB0C-3A3462B5B253}"/>
              </a:ext>
            </a:extLst>
          </p:cNvPr>
          <p:cNvCxnSpPr>
            <a:cxnSpLocks/>
            <a:stCxn id="46" idx="3"/>
            <a:endCxn id="44" idx="1"/>
          </p:cNvCxnSpPr>
          <p:nvPr/>
        </p:nvCxnSpPr>
        <p:spPr>
          <a:xfrm flipV="1">
            <a:off x="4854945" y="3005985"/>
            <a:ext cx="1391993" cy="214416"/>
          </a:xfrm>
          <a:prstGeom prst="line">
            <a:avLst/>
          </a:prstGeom>
        </p:spPr>
        <p:style>
          <a:lnRef idx="1">
            <a:schemeClr val="accent2"/>
          </a:lnRef>
          <a:fillRef idx="0">
            <a:schemeClr val="accent2"/>
          </a:fillRef>
          <a:effectRef idx="0">
            <a:schemeClr val="accent2"/>
          </a:effectRef>
          <a:fontRef idx="minor">
            <a:schemeClr val="tx1"/>
          </a:fontRef>
        </p:style>
      </p:cxnSp>
      <p:cxnSp>
        <p:nvCxnSpPr>
          <p:cNvPr id="63" name="Connecteur droit 62">
            <a:extLst>
              <a:ext uri="{FF2B5EF4-FFF2-40B4-BE49-F238E27FC236}">
                <a16:creationId xmlns:a16="http://schemas.microsoft.com/office/drawing/2014/main" id="{4E101517-9797-2C42-7675-47F8B928CF51}"/>
              </a:ext>
            </a:extLst>
          </p:cNvPr>
          <p:cNvCxnSpPr>
            <a:cxnSpLocks/>
            <a:stCxn id="42" idx="3"/>
            <a:endCxn id="44" idx="1"/>
          </p:cNvCxnSpPr>
          <p:nvPr/>
        </p:nvCxnSpPr>
        <p:spPr>
          <a:xfrm flipV="1">
            <a:off x="4787640" y="3005985"/>
            <a:ext cx="1459298" cy="1269428"/>
          </a:xfrm>
          <a:prstGeom prst="line">
            <a:avLst/>
          </a:prstGeom>
        </p:spPr>
        <p:style>
          <a:lnRef idx="1">
            <a:schemeClr val="accent2"/>
          </a:lnRef>
          <a:fillRef idx="0">
            <a:schemeClr val="accent2"/>
          </a:fillRef>
          <a:effectRef idx="0">
            <a:schemeClr val="accent2"/>
          </a:effectRef>
          <a:fontRef idx="minor">
            <a:schemeClr val="tx1"/>
          </a:fontRef>
        </p:style>
      </p:cxnSp>
      <p:cxnSp>
        <p:nvCxnSpPr>
          <p:cNvPr id="67" name="Connecteur droit 66">
            <a:extLst>
              <a:ext uri="{FF2B5EF4-FFF2-40B4-BE49-F238E27FC236}">
                <a16:creationId xmlns:a16="http://schemas.microsoft.com/office/drawing/2014/main" id="{58D4FE5F-822F-1CA9-2219-142C5B08F75A}"/>
              </a:ext>
            </a:extLst>
          </p:cNvPr>
          <p:cNvCxnSpPr>
            <a:cxnSpLocks/>
            <a:stCxn id="44" idx="3"/>
            <a:endCxn id="48" idx="1"/>
          </p:cNvCxnSpPr>
          <p:nvPr/>
        </p:nvCxnSpPr>
        <p:spPr>
          <a:xfrm>
            <a:off x="7140131" y="3005985"/>
            <a:ext cx="1539358" cy="344267"/>
          </a:xfrm>
          <a:prstGeom prst="line">
            <a:avLst/>
          </a:prstGeom>
        </p:spPr>
        <p:style>
          <a:lnRef idx="1">
            <a:schemeClr val="accent2"/>
          </a:lnRef>
          <a:fillRef idx="0">
            <a:schemeClr val="accent2"/>
          </a:fillRef>
          <a:effectRef idx="0">
            <a:schemeClr val="accent2"/>
          </a:effectRef>
          <a:fontRef idx="minor">
            <a:schemeClr val="tx1"/>
          </a:fontRef>
        </p:style>
      </p:cxnSp>
      <p:cxnSp>
        <p:nvCxnSpPr>
          <p:cNvPr id="78" name="Connecteur droit 77">
            <a:extLst>
              <a:ext uri="{FF2B5EF4-FFF2-40B4-BE49-F238E27FC236}">
                <a16:creationId xmlns:a16="http://schemas.microsoft.com/office/drawing/2014/main" id="{78A79C2E-DF3E-7E8D-9895-210D143AD894}"/>
              </a:ext>
            </a:extLst>
          </p:cNvPr>
          <p:cNvCxnSpPr>
            <a:cxnSpLocks/>
            <a:stCxn id="46" idx="3"/>
            <a:endCxn id="59" idx="2"/>
          </p:cNvCxnSpPr>
          <p:nvPr/>
        </p:nvCxnSpPr>
        <p:spPr>
          <a:xfrm flipV="1">
            <a:off x="4854945" y="2291961"/>
            <a:ext cx="1129389" cy="928440"/>
          </a:xfrm>
          <a:prstGeom prst="line">
            <a:avLst/>
          </a:prstGeom>
        </p:spPr>
        <p:style>
          <a:lnRef idx="1">
            <a:schemeClr val="accent2"/>
          </a:lnRef>
          <a:fillRef idx="0">
            <a:schemeClr val="accent2"/>
          </a:fillRef>
          <a:effectRef idx="0">
            <a:schemeClr val="accent2"/>
          </a:effectRef>
          <a:fontRef idx="minor">
            <a:schemeClr val="tx1"/>
          </a:fontRef>
        </p:style>
      </p:cxnSp>
      <p:cxnSp>
        <p:nvCxnSpPr>
          <p:cNvPr id="81" name="Connecteur droit 80">
            <a:extLst>
              <a:ext uri="{FF2B5EF4-FFF2-40B4-BE49-F238E27FC236}">
                <a16:creationId xmlns:a16="http://schemas.microsoft.com/office/drawing/2014/main" id="{449BB3F6-F891-01FD-C00D-C6781FEBDC80}"/>
              </a:ext>
            </a:extLst>
          </p:cNvPr>
          <p:cNvCxnSpPr>
            <a:cxnSpLocks/>
            <a:stCxn id="48" idx="2"/>
            <a:endCxn id="56" idx="0"/>
          </p:cNvCxnSpPr>
          <p:nvPr/>
        </p:nvCxnSpPr>
        <p:spPr>
          <a:xfrm>
            <a:off x="9439786" y="3556013"/>
            <a:ext cx="0" cy="276086"/>
          </a:xfrm>
          <a:prstGeom prst="line">
            <a:avLst/>
          </a:prstGeom>
        </p:spPr>
        <p:style>
          <a:lnRef idx="1">
            <a:schemeClr val="accent2"/>
          </a:lnRef>
          <a:fillRef idx="0">
            <a:schemeClr val="accent2"/>
          </a:fillRef>
          <a:effectRef idx="0">
            <a:schemeClr val="accent2"/>
          </a:effectRef>
          <a:fontRef idx="minor">
            <a:schemeClr val="tx1"/>
          </a:fontRef>
        </p:style>
      </p:cxnSp>
      <p:sp>
        <p:nvSpPr>
          <p:cNvPr id="94" name="ZoneTexte 93">
            <a:extLst>
              <a:ext uri="{FF2B5EF4-FFF2-40B4-BE49-F238E27FC236}">
                <a16:creationId xmlns:a16="http://schemas.microsoft.com/office/drawing/2014/main" id="{21F6F980-CBCB-7CA3-E8AC-A23DDBC11011}"/>
              </a:ext>
            </a:extLst>
          </p:cNvPr>
          <p:cNvSpPr txBox="1"/>
          <p:nvPr/>
        </p:nvSpPr>
        <p:spPr>
          <a:xfrm>
            <a:off x="6770528" y="1908519"/>
            <a:ext cx="894156" cy="411523"/>
          </a:xfrm>
          <a:prstGeom prst="rect">
            <a:avLst/>
          </a:prstGeom>
          <a:noFill/>
        </p:spPr>
        <p:txBody>
          <a:bodyPr wrap="none" rtlCol="0">
            <a:spAutoFit/>
          </a:bodyPr>
          <a:lstStyle/>
          <a:p>
            <a:r>
              <a:rPr lang="fr-FR">
                <a:solidFill>
                  <a:srgbClr val="FF0000"/>
                </a:solidFill>
                <a:highlight>
                  <a:srgbClr val="C0C0C0"/>
                </a:highlight>
              </a:rPr>
              <a:t>Switch</a:t>
            </a:r>
            <a:endParaRPr lang="fr-FR" dirty="0">
              <a:solidFill>
                <a:srgbClr val="FF0000"/>
              </a:solidFill>
              <a:highlight>
                <a:srgbClr val="C0C0C0"/>
              </a:highlight>
            </a:endParaRPr>
          </a:p>
        </p:txBody>
      </p:sp>
      <p:cxnSp>
        <p:nvCxnSpPr>
          <p:cNvPr id="98" name="Connecteur droit 97">
            <a:extLst>
              <a:ext uri="{FF2B5EF4-FFF2-40B4-BE49-F238E27FC236}">
                <a16:creationId xmlns:a16="http://schemas.microsoft.com/office/drawing/2014/main" id="{B9C4D3E7-37E2-C885-23C3-FD0A55EF7E08}"/>
              </a:ext>
            </a:extLst>
          </p:cNvPr>
          <p:cNvCxnSpPr>
            <a:cxnSpLocks/>
            <a:stCxn id="94" idx="2"/>
            <a:endCxn id="44" idx="0"/>
          </p:cNvCxnSpPr>
          <p:nvPr/>
        </p:nvCxnSpPr>
        <p:spPr>
          <a:xfrm flipH="1">
            <a:off x="6693535" y="2320042"/>
            <a:ext cx="524071" cy="480181"/>
          </a:xfrm>
          <a:prstGeom prst="line">
            <a:avLst/>
          </a:prstGeom>
        </p:spPr>
        <p:style>
          <a:lnRef idx="1">
            <a:schemeClr val="accent2"/>
          </a:lnRef>
          <a:fillRef idx="0">
            <a:schemeClr val="accent2"/>
          </a:fillRef>
          <a:effectRef idx="0">
            <a:schemeClr val="accent2"/>
          </a:effectRef>
          <a:fontRef idx="minor">
            <a:schemeClr val="tx1"/>
          </a:fontRef>
        </p:style>
      </p:cxnSp>
      <p:pic>
        <p:nvPicPr>
          <p:cNvPr id="101" name="Image 100">
            <a:extLst>
              <a:ext uri="{FF2B5EF4-FFF2-40B4-BE49-F238E27FC236}">
                <a16:creationId xmlns:a16="http://schemas.microsoft.com/office/drawing/2014/main" id="{B4BAC255-C1F7-32CA-AAC6-B291FB040A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475" y="6745413"/>
            <a:ext cx="3023406" cy="1974605"/>
          </a:xfrm>
          <a:prstGeom prst="rect">
            <a:avLst/>
          </a:prstGeom>
        </p:spPr>
      </p:pic>
      <p:sp>
        <p:nvSpPr>
          <p:cNvPr id="102" name="ZoneTexte 101">
            <a:extLst>
              <a:ext uri="{FF2B5EF4-FFF2-40B4-BE49-F238E27FC236}">
                <a16:creationId xmlns:a16="http://schemas.microsoft.com/office/drawing/2014/main" id="{734BF530-F6C3-CC9A-B25A-B8D0E25A4F1E}"/>
              </a:ext>
            </a:extLst>
          </p:cNvPr>
          <p:cNvSpPr txBox="1"/>
          <p:nvPr/>
        </p:nvSpPr>
        <p:spPr>
          <a:xfrm>
            <a:off x="569475" y="6337859"/>
            <a:ext cx="3029997" cy="411523"/>
          </a:xfrm>
          <a:prstGeom prst="rect">
            <a:avLst/>
          </a:prstGeom>
          <a:noFill/>
        </p:spPr>
        <p:txBody>
          <a:bodyPr wrap="none" rtlCol="0">
            <a:spAutoFit/>
          </a:bodyPr>
          <a:lstStyle/>
          <a:p>
            <a:pPr marL="342900" indent="-342900">
              <a:buFont typeface="Wingdings" panose="05000000000000000000" pitchFamily="2" charset="2"/>
              <a:buChar char="q"/>
            </a:pPr>
            <a:r>
              <a:rPr lang="fr-FR" sz="2000" dirty="0"/>
              <a:t>Simulation sur Proteus </a:t>
            </a:r>
          </a:p>
        </p:txBody>
      </p:sp>
      <p:pic>
        <p:nvPicPr>
          <p:cNvPr id="104" name="Image 103">
            <a:extLst>
              <a:ext uri="{FF2B5EF4-FFF2-40B4-BE49-F238E27FC236}">
                <a16:creationId xmlns:a16="http://schemas.microsoft.com/office/drawing/2014/main" id="{D99D20EA-FA6B-0160-926B-B498660DAA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4407" y="6741043"/>
            <a:ext cx="2802030" cy="1670125"/>
          </a:xfrm>
          <a:prstGeom prst="rect">
            <a:avLst/>
          </a:prstGeom>
        </p:spPr>
      </p:pic>
      <p:sp>
        <p:nvSpPr>
          <p:cNvPr id="105" name="ZoneTexte 104">
            <a:extLst>
              <a:ext uri="{FF2B5EF4-FFF2-40B4-BE49-F238E27FC236}">
                <a16:creationId xmlns:a16="http://schemas.microsoft.com/office/drawing/2014/main" id="{68BACDD5-C1A4-A1EF-5D5F-D03F8AD8F6F4}"/>
              </a:ext>
            </a:extLst>
          </p:cNvPr>
          <p:cNvSpPr txBox="1"/>
          <p:nvPr/>
        </p:nvSpPr>
        <p:spPr>
          <a:xfrm>
            <a:off x="4003754" y="6296787"/>
            <a:ext cx="2583336" cy="411523"/>
          </a:xfrm>
          <a:prstGeom prst="rect">
            <a:avLst/>
          </a:prstGeom>
          <a:noFill/>
        </p:spPr>
        <p:txBody>
          <a:bodyPr wrap="none" rtlCol="0">
            <a:spAutoFit/>
          </a:bodyPr>
          <a:lstStyle/>
          <a:p>
            <a:pPr marL="342900" indent="-342900">
              <a:buFont typeface="Wingdings" panose="05000000000000000000" pitchFamily="2" charset="2"/>
              <a:buChar char="q"/>
            </a:pPr>
            <a:r>
              <a:rPr lang="fr-FR" sz="2000" dirty="0"/>
              <a:t>Test sur un </a:t>
            </a:r>
            <a:r>
              <a:rPr lang="fr-FR" sz="2000" dirty="0" err="1"/>
              <a:t>Labdec</a:t>
            </a:r>
            <a:r>
              <a:rPr lang="fr-FR" sz="2000" dirty="0"/>
              <a:t> </a:t>
            </a:r>
          </a:p>
        </p:txBody>
      </p:sp>
      <p:pic>
        <p:nvPicPr>
          <p:cNvPr id="107" name="Image 106">
            <a:extLst>
              <a:ext uri="{FF2B5EF4-FFF2-40B4-BE49-F238E27FC236}">
                <a16:creationId xmlns:a16="http://schemas.microsoft.com/office/drawing/2014/main" id="{F81207DD-BD43-149D-B9C1-F1040F4829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17096" y="6808645"/>
            <a:ext cx="2888048" cy="1974605"/>
          </a:xfrm>
          <a:prstGeom prst="rect">
            <a:avLst/>
          </a:prstGeom>
        </p:spPr>
      </p:pic>
      <p:sp>
        <p:nvSpPr>
          <p:cNvPr id="108" name="ZoneTexte 107">
            <a:extLst>
              <a:ext uri="{FF2B5EF4-FFF2-40B4-BE49-F238E27FC236}">
                <a16:creationId xmlns:a16="http://schemas.microsoft.com/office/drawing/2014/main" id="{35687889-EA80-5ADA-644F-621DCBCFEDAF}"/>
              </a:ext>
            </a:extLst>
          </p:cNvPr>
          <p:cNvSpPr txBox="1"/>
          <p:nvPr/>
        </p:nvSpPr>
        <p:spPr>
          <a:xfrm>
            <a:off x="7482285" y="6403831"/>
            <a:ext cx="2488735" cy="411523"/>
          </a:xfrm>
          <a:prstGeom prst="rect">
            <a:avLst/>
          </a:prstGeom>
          <a:noFill/>
        </p:spPr>
        <p:txBody>
          <a:bodyPr wrap="square" rtlCol="0">
            <a:spAutoFit/>
          </a:bodyPr>
          <a:lstStyle/>
          <a:p>
            <a:pPr marL="342900" indent="-342900">
              <a:buFont typeface="Wingdings" panose="05000000000000000000" pitchFamily="2" charset="2"/>
              <a:buChar char="q"/>
            </a:pPr>
            <a:r>
              <a:rPr lang="fr-FR" sz="2000" dirty="0"/>
              <a:t>la carte sur </a:t>
            </a:r>
            <a:r>
              <a:rPr lang="fr-FR" sz="2000" dirty="0" err="1"/>
              <a:t>Kitcad</a:t>
            </a:r>
            <a:endParaRPr lang="fr-FR" sz="2000" dirty="0"/>
          </a:p>
        </p:txBody>
      </p:sp>
      <p:pic>
        <p:nvPicPr>
          <p:cNvPr id="111" name="Image 110">
            <a:extLst>
              <a:ext uri="{FF2B5EF4-FFF2-40B4-BE49-F238E27FC236}">
                <a16:creationId xmlns:a16="http://schemas.microsoft.com/office/drawing/2014/main" id="{4659FAAB-2AF6-30EE-7D08-14B8506378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3014" y="9316025"/>
            <a:ext cx="2650736" cy="1988052"/>
          </a:xfrm>
          <a:prstGeom prst="rect">
            <a:avLst/>
          </a:prstGeom>
        </p:spPr>
      </p:pic>
      <p:sp>
        <p:nvSpPr>
          <p:cNvPr id="112" name="ZoneTexte 111">
            <a:extLst>
              <a:ext uri="{FF2B5EF4-FFF2-40B4-BE49-F238E27FC236}">
                <a16:creationId xmlns:a16="http://schemas.microsoft.com/office/drawing/2014/main" id="{02500A0F-5B99-07E0-9D28-E91C53F34D5C}"/>
              </a:ext>
            </a:extLst>
          </p:cNvPr>
          <p:cNvSpPr txBox="1"/>
          <p:nvPr/>
        </p:nvSpPr>
        <p:spPr>
          <a:xfrm>
            <a:off x="569475" y="8829379"/>
            <a:ext cx="2402966" cy="411523"/>
          </a:xfrm>
          <a:prstGeom prst="rect">
            <a:avLst/>
          </a:prstGeom>
          <a:noFill/>
        </p:spPr>
        <p:txBody>
          <a:bodyPr wrap="none" rtlCol="0">
            <a:spAutoFit/>
          </a:bodyPr>
          <a:lstStyle/>
          <a:p>
            <a:pPr marL="342900" indent="-342900">
              <a:buFont typeface="Wingdings" panose="05000000000000000000" pitchFamily="2" charset="2"/>
              <a:buChar char="q"/>
            </a:pPr>
            <a:r>
              <a:rPr lang="fr-FR" sz="2000" dirty="0"/>
              <a:t>Imprimer la carte</a:t>
            </a:r>
          </a:p>
        </p:txBody>
      </p:sp>
      <p:pic>
        <p:nvPicPr>
          <p:cNvPr id="114" name="Image 113">
            <a:extLst>
              <a:ext uri="{FF2B5EF4-FFF2-40B4-BE49-F238E27FC236}">
                <a16:creationId xmlns:a16="http://schemas.microsoft.com/office/drawing/2014/main" id="{CEABCCDD-9847-9397-F544-5DFEC2FAFD3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43095" y="8979589"/>
            <a:ext cx="2012474" cy="2287866"/>
          </a:xfrm>
          <a:prstGeom prst="rect">
            <a:avLst/>
          </a:prstGeom>
        </p:spPr>
      </p:pic>
      <p:sp>
        <p:nvSpPr>
          <p:cNvPr id="115" name="ZoneTexte 114">
            <a:extLst>
              <a:ext uri="{FF2B5EF4-FFF2-40B4-BE49-F238E27FC236}">
                <a16:creationId xmlns:a16="http://schemas.microsoft.com/office/drawing/2014/main" id="{2B33155D-2F98-F750-2C9E-B83AE4356780}"/>
              </a:ext>
            </a:extLst>
          </p:cNvPr>
          <p:cNvSpPr txBox="1"/>
          <p:nvPr/>
        </p:nvSpPr>
        <p:spPr>
          <a:xfrm>
            <a:off x="4085781" y="8549766"/>
            <a:ext cx="2626488" cy="411523"/>
          </a:xfrm>
          <a:prstGeom prst="rect">
            <a:avLst/>
          </a:prstGeom>
          <a:noFill/>
        </p:spPr>
        <p:txBody>
          <a:bodyPr wrap="none" rtlCol="0">
            <a:spAutoFit/>
          </a:bodyPr>
          <a:lstStyle/>
          <a:p>
            <a:pPr marL="342900" indent="-342900">
              <a:buFont typeface="Wingdings" panose="05000000000000000000" pitchFamily="2" charset="2"/>
              <a:buChar char="q"/>
            </a:pPr>
            <a:r>
              <a:rPr lang="fr-FR" sz="2000" dirty="0"/>
              <a:t>Perçage et soudage</a:t>
            </a:r>
          </a:p>
        </p:txBody>
      </p:sp>
      <p:pic>
        <p:nvPicPr>
          <p:cNvPr id="117" name="Image 116">
            <a:extLst>
              <a:ext uri="{FF2B5EF4-FFF2-40B4-BE49-F238E27FC236}">
                <a16:creationId xmlns:a16="http://schemas.microsoft.com/office/drawing/2014/main" id="{AF4BFC8A-59CB-3B93-024B-F0524D51685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20331" y="9292850"/>
            <a:ext cx="1779613" cy="1974605"/>
          </a:xfrm>
          <a:prstGeom prst="rect">
            <a:avLst/>
          </a:prstGeom>
        </p:spPr>
      </p:pic>
      <p:sp>
        <p:nvSpPr>
          <p:cNvPr id="118" name="ZoneTexte 117">
            <a:extLst>
              <a:ext uri="{FF2B5EF4-FFF2-40B4-BE49-F238E27FC236}">
                <a16:creationId xmlns:a16="http://schemas.microsoft.com/office/drawing/2014/main" id="{1DBAD1CC-D329-3110-38A2-5809009D3EC1}"/>
              </a:ext>
            </a:extLst>
          </p:cNvPr>
          <p:cNvSpPr txBox="1"/>
          <p:nvPr/>
        </p:nvSpPr>
        <p:spPr>
          <a:xfrm>
            <a:off x="7011248" y="8855465"/>
            <a:ext cx="3379643" cy="411523"/>
          </a:xfrm>
          <a:prstGeom prst="rect">
            <a:avLst/>
          </a:prstGeom>
          <a:noFill/>
        </p:spPr>
        <p:txBody>
          <a:bodyPr wrap="none" rtlCol="0">
            <a:spAutoFit/>
          </a:bodyPr>
          <a:lstStyle/>
          <a:p>
            <a:pPr marL="342900" indent="-342900">
              <a:buFont typeface="Wingdings" panose="05000000000000000000" pitchFamily="2" charset="2"/>
              <a:buChar char="q"/>
            </a:pPr>
            <a:r>
              <a:rPr lang="fr-FR" sz="2000" dirty="0"/>
              <a:t>Correction des problèmes </a:t>
            </a:r>
          </a:p>
        </p:txBody>
      </p:sp>
      <p:sp>
        <p:nvSpPr>
          <p:cNvPr id="119" name="ZoneTexte 118">
            <a:extLst>
              <a:ext uri="{FF2B5EF4-FFF2-40B4-BE49-F238E27FC236}">
                <a16:creationId xmlns:a16="http://schemas.microsoft.com/office/drawing/2014/main" id="{C3395C5A-16D3-3CAB-CA77-7BBBB8552BDD}"/>
              </a:ext>
            </a:extLst>
          </p:cNvPr>
          <p:cNvSpPr txBox="1"/>
          <p:nvPr/>
        </p:nvSpPr>
        <p:spPr>
          <a:xfrm>
            <a:off x="7990706" y="1874749"/>
            <a:ext cx="2374776" cy="861774"/>
          </a:xfrm>
          <a:prstGeom prst="rect">
            <a:avLst/>
          </a:prstGeom>
          <a:noFill/>
        </p:spPr>
        <p:txBody>
          <a:bodyPr wrap="square" rtlCol="0">
            <a:spAutoFit/>
          </a:bodyPr>
          <a:lstStyle/>
          <a:p>
            <a:pPr algn="ctr"/>
            <a:r>
              <a:rPr lang="fr-FR" sz="1000" b="1" dirty="0">
                <a:solidFill>
                  <a:schemeClr val="bg1"/>
                </a:solidFill>
              </a:rPr>
              <a:t>CD4511 convertit le code BCD provenant du compteur en signaux adaptés aux sept segments de l’afficheur. Il assure l’allumage correct des segments pour afficher les chiffres de 0 à 9</a:t>
            </a:r>
          </a:p>
        </p:txBody>
      </p:sp>
      <p:sp>
        <p:nvSpPr>
          <p:cNvPr id="121" name="ZoneTexte 120">
            <a:extLst>
              <a:ext uri="{FF2B5EF4-FFF2-40B4-BE49-F238E27FC236}">
                <a16:creationId xmlns:a16="http://schemas.microsoft.com/office/drawing/2014/main" id="{51F72B83-F164-D489-3ADB-7F8D530D8BE7}"/>
              </a:ext>
            </a:extLst>
          </p:cNvPr>
          <p:cNvSpPr txBox="1"/>
          <p:nvPr/>
        </p:nvSpPr>
        <p:spPr>
          <a:xfrm>
            <a:off x="3554878" y="1918422"/>
            <a:ext cx="1756635" cy="553998"/>
          </a:xfrm>
          <a:prstGeom prst="rect">
            <a:avLst/>
          </a:prstGeom>
          <a:noFill/>
        </p:spPr>
        <p:txBody>
          <a:bodyPr wrap="square">
            <a:spAutoFit/>
          </a:bodyPr>
          <a:lstStyle/>
          <a:p>
            <a:pPr algn="ctr"/>
            <a:r>
              <a:rPr lang="fr-FR" sz="1000" b="1" dirty="0">
                <a:solidFill>
                  <a:schemeClr val="bg1"/>
                </a:solidFill>
              </a:rPr>
              <a:t>Bascule D utilisée pour stocker un bit et contrôler la logique du chronomètre</a:t>
            </a:r>
          </a:p>
        </p:txBody>
      </p:sp>
      <p:sp>
        <p:nvSpPr>
          <p:cNvPr id="126" name="ZoneTexte 125">
            <a:extLst>
              <a:ext uri="{FF2B5EF4-FFF2-40B4-BE49-F238E27FC236}">
                <a16:creationId xmlns:a16="http://schemas.microsoft.com/office/drawing/2014/main" id="{722908BE-8D36-B9EF-C982-089CBEE66E13}"/>
              </a:ext>
            </a:extLst>
          </p:cNvPr>
          <p:cNvSpPr txBox="1"/>
          <p:nvPr/>
        </p:nvSpPr>
        <p:spPr>
          <a:xfrm>
            <a:off x="5852918" y="12037420"/>
            <a:ext cx="2873735" cy="1688283"/>
          </a:xfrm>
          <a:prstGeom prst="rect">
            <a:avLst/>
          </a:prstGeom>
          <a:noFill/>
        </p:spPr>
        <p:txBody>
          <a:bodyPr wrap="none" rtlCol="0">
            <a:spAutoFit/>
          </a:bodyPr>
          <a:lstStyle/>
          <a:p>
            <a:pPr marL="342900" indent="-342900">
              <a:buFont typeface="Wingdings" panose="05000000000000000000" pitchFamily="2" charset="2"/>
              <a:buChar char="Ø"/>
            </a:pPr>
            <a:r>
              <a:rPr lang="fr-FR" dirty="0"/>
              <a:t>Travail en équipe </a:t>
            </a:r>
          </a:p>
          <a:p>
            <a:pPr marL="342900" indent="-342900">
              <a:buFont typeface="Wingdings" panose="05000000000000000000" pitchFamily="2" charset="2"/>
              <a:buChar char="Ø"/>
            </a:pPr>
            <a:r>
              <a:rPr lang="fr-FR" dirty="0"/>
              <a:t>Découvert de Proteus</a:t>
            </a:r>
          </a:p>
          <a:p>
            <a:pPr marL="342900" indent="-342900">
              <a:buFont typeface="Wingdings" panose="05000000000000000000" pitchFamily="2" charset="2"/>
              <a:buChar char="Ø"/>
            </a:pPr>
            <a:r>
              <a:rPr lang="fr-FR" dirty="0"/>
              <a:t>Utilisation de </a:t>
            </a:r>
            <a:r>
              <a:rPr lang="fr-FR" dirty="0" err="1"/>
              <a:t>Kicad</a:t>
            </a:r>
            <a:endParaRPr lang="fr-FR" dirty="0"/>
          </a:p>
          <a:p>
            <a:pPr marL="342900" indent="-342900">
              <a:buFont typeface="Wingdings" panose="05000000000000000000" pitchFamily="2" charset="2"/>
              <a:buChar char="Ø"/>
            </a:pPr>
            <a:r>
              <a:rPr lang="fr-FR" dirty="0"/>
              <a:t>Routage sous </a:t>
            </a:r>
            <a:r>
              <a:rPr lang="fr-FR" dirty="0" err="1"/>
              <a:t>Kicad</a:t>
            </a:r>
            <a:endParaRPr lang="fr-FR" dirty="0"/>
          </a:p>
          <a:p>
            <a:pPr marL="342900" indent="-342900">
              <a:buFont typeface="Wingdings" panose="05000000000000000000" pitchFamily="2" charset="2"/>
              <a:buChar char="Ø"/>
            </a:pPr>
            <a:r>
              <a:rPr lang="fr-FR" dirty="0"/>
              <a:t>Perçage et soudage</a:t>
            </a:r>
          </a:p>
        </p:txBody>
      </p:sp>
      <p:sp>
        <p:nvSpPr>
          <p:cNvPr id="127" name="ZoneTexte 126">
            <a:extLst>
              <a:ext uri="{FF2B5EF4-FFF2-40B4-BE49-F238E27FC236}">
                <a16:creationId xmlns:a16="http://schemas.microsoft.com/office/drawing/2014/main" id="{06BD6732-1773-2603-19A8-B9D80A7EEEA0}"/>
              </a:ext>
            </a:extLst>
          </p:cNvPr>
          <p:cNvSpPr txBox="1"/>
          <p:nvPr/>
        </p:nvSpPr>
        <p:spPr>
          <a:xfrm>
            <a:off x="363628" y="11898822"/>
            <a:ext cx="5061258" cy="1169551"/>
          </a:xfrm>
          <a:prstGeom prst="rect">
            <a:avLst/>
          </a:prstGeom>
          <a:noFill/>
        </p:spPr>
        <p:txBody>
          <a:bodyPr wrap="square" rtlCol="0">
            <a:spAutoFit/>
          </a:bodyPr>
          <a:lstStyle/>
          <a:p>
            <a:r>
              <a:rPr lang="fr-FR" sz="1400" dirty="0"/>
              <a:t>À ce stade, le système fonctionne correctement sur le circuit de démonstration: l’horloge, le comptage et l’affichage sont fonctionnels. En revanche, l’intégration sur le circuit du concours n’est pas encore fonctionnelle, en raison de différences de câblage et de contraintes supplémentaires qui nécessitent des ajustements.</a:t>
            </a:r>
          </a:p>
        </p:txBody>
      </p:sp>
      <p:pic>
        <p:nvPicPr>
          <p:cNvPr id="130" name="Image 129">
            <a:extLst>
              <a:ext uri="{FF2B5EF4-FFF2-40B4-BE49-F238E27FC236}">
                <a16:creationId xmlns:a16="http://schemas.microsoft.com/office/drawing/2014/main" id="{3797C5CA-81FB-4012-AFD8-76D47E3268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6200000">
            <a:off x="3378050" y="12644119"/>
            <a:ext cx="1495675" cy="2456961"/>
          </a:xfrm>
          <a:prstGeom prst="rect">
            <a:avLst/>
          </a:prstGeom>
        </p:spPr>
      </p:pic>
      <p:sp>
        <p:nvSpPr>
          <p:cNvPr id="131" name="Croix 130">
            <a:extLst>
              <a:ext uri="{FF2B5EF4-FFF2-40B4-BE49-F238E27FC236}">
                <a16:creationId xmlns:a16="http://schemas.microsoft.com/office/drawing/2014/main" id="{5120175C-8852-9DC7-8555-AF4D347BA4DD}"/>
              </a:ext>
            </a:extLst>
          </p:cNvPr>
          <p:cNvSpPr/>
          <p:nvPr/>
        </p:nvSpPr>
        <p:spPr>
          <a:xfrm>
            <a:off x="720793" y="6479025"/>
            <a:ext cx="104385" cy="94335"/>
          </a:xfrm>
          <a:prstGeom prst="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2" name="Croix 131">
            <a:extLst>
              <a:ext uri="{FF2B5EF4-FFF2-40B4-BE49-F238E27FC236}">
                <a16:creationId xmlns:a16="http://schemas.microsoft.com/office/drawing/2014/main" id="{A2B39CD4-CA0E-5739-1111-0DEF528C5885}"/>
              </a:ext>
            </a:extLst>
          </p:cNvPr>
          <p:cNvSpPr/>
          <p:nvPr/>
        </p:nvSpPr>
        <p:spPr>
          <a:xfrm>
            <a:off x="4138710" y="6431858"/>
            <a:ext cx="104385" cy="94335"/>
          </a:xfrm>
          <a:prstGeom prst="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3" name="Croix 132">
            <a:extLst>
              <a:ext uri="{FF2B5EF4-FFF2-40B4-BE49-F238E27FC236}">
                <a16:creationId xmlns:a16="http://schemas.microsoft.com/office/drawing/2014/main" id="{97D90B3F-E2E8-57C1-C285-1FCBFFFE1C3E}"/>
              </a:ext>
            </a:extLst>
          </p:cNvPr>
          <p:cNvSpPr/>
          <p:nvPr/>
        </p:nvSpPr>
        <p:spPr>
          <a:xfrm>
            <a:off x="7602510" y="6532430"/>
            <a:ext cx="104385" cy="94335"/>
          </a:xfrm>
          <a:prstGeom prst="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4" name="Croix 133">
            <a:extLst>
              <a:ext uri="{FF2B5EF4-FFF2-40B4-BE49-F238E27FC236}">
                <a16:creationId xmlns:a16="http://schemas.microsoft.com/office/drawing/2014/main" id="{3DD73063-DCB0-6E04-D7C9-564A90F9F0B0}"/>
              </a:ext>
            </a:extLst>
          </p:cNvPr>
          <p:cNvSpPr/>
          <p:nvPr/>
        </p:nvSpPr>
        <p:spPr>
          <a:xfrm>
            <a:off x="705615" y="8959281"/>
            <a:ext cx="104385" cy="94335"/>
          </a:xfrm>
          <a:prstGeom prst="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5" name="Croix 134">
            <a:extLst>
              <a:ext uri="{FF2B5EF4-FFF2-40B4-BE49-F238E27FC236}">
                <a16:creationId xmlns:a16="http://schemas.microsoft.com/office/drawing/2014/main" id="{6BDBDD5C-C097-FD8A-D52D-CF293BA3763D}"/>
              </a:ext>
            </a:extLst>
          </p:cNvPr>
          <p:cNvSpPr/>
          <p:nvPr/>
        </p:nvSpPr>
        <p:spPr>
          <a:xfrm>
            <a:off x="4216546" y="8685613"/>
            <a:ext cx="104385" cy="94335"/>
          </a:xfrm>
          <a:prstGeom prst="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58062027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786</TotalTime>
  <Words>289</Words>
  <Application>Microsoft Office PowerPoint</Application>
  <PresentationFormat>Personnalisé</PresentationFormat>
  <Paragraphs>42</Paragraphs>
  <Slides>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Arial Narrow</vt:lpstr>
      <vt:lpstr>Wingdings</vt:lpstr>
      <vt:lpstr>Thème Office</vt:lpstr>
      <vt:lpstr>Présentation PowerPoint</vt:lpstr>
    </vt:vector>
  </TitlesOfParts>
  <Company>UEVE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Elisabeth Connessons</dc:creator>
  <cp:lastModifiedBy>Anastacia Razafindratsiory</cp:lastModifiedBy>
  <cp:revision>11</cp:revision>
  <dcterms:created xsi:type="dcterms:W3CDTF">2026-05-12T13:01:30Z</dcterms:created>
  <dcterms:modified xsi:type="dcterms:W3CDTF">2026-05-26T07:12:57Z</dcterms:modified>
</cp:coreProperties>
</file>